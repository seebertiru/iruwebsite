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4.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3.xml" ContentType="application/vnd.openxmlformats-officedocument.presentationml.tags+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1.xml" ContentType="application/vnd.openxmlformats-officedocument.presentationml.notesSlide+xml"/>
  <Override PartName="/ppt/tags/tag17.xml" ContentType="application/vnd.openxmlformats-officedocument.presentationml.tags+xml"/>
  <Override PartName="/ppt/notesSlides/notesSlide12.xml" ContentType="application/vnd.openxmlformats-officedocument.presentationml.notesSlide+xml"/>
  <Override PartName="/ppt/tags/tag18.xml" ContentType="application/vnd.openxmlformats-officedocument.presentationml.tags+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37" r:id="rId2"/>
    <p:sldMasterId id="2147483771" r:id="rId3"/>
    <p:sldMasterId id="2147483791" r:id="rId4"/>
    <p:sldMasterId id="2147483811" r:id="rId5"/>
  </p:sldMasterIdLst>
  <p:notesMasterIdLst>
    <p:notesMasterId r:id="rId26"/>
  </p:notesMasterIdLst>
  <p:sldIdLst>
    <p:sldId id="275" r:id="rId6"/>
    <p:sldId id="283" r:id="rId7"/>
    <p:sldId id="2147471009" r:id="rId8"/>
    <p:sldId id="257" r:id="rId9"/>
    <p:sldId id="263" r:id="rId10"/>
    <p:sldId id="262" r:id="rId11"/>
    <p:sldId id="256" r:id="rId12"/>
    <p:sldId id="268" r:id="rId13"/>
    <p:sldId id="258" r:id="rId14"/>
    <p:sldId id="259" r:id="rId15"/>
    <p:sldId id="260" r:id="rId16"/>
    <p:sldId id="276" r:id="rId17"/>
    <p:sldId id="277" r:id="rId18"/>
    <p:sldId id="278" r:id="rId19"/>
    <p:sldId id="279" r:id="rId20"/>
    <p:sldId id="282" r:id="rId21"/>
    <p:sldId id="280" r:id="rId22"/>
    <p:sldId id="281" r:id="rId23"/>
    <p:sldId id="273" r:id="rId24"/>
    <p:sldId id="274" r:id="rId25"/>
  </p:sldIdLst>
  <p:sldSz cx="12192000" cy="6858000"/>
  <p:notesSz cx="6858000" cy="9144000"/>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20A48C-8955-426E-A193-556DCD6217FD}" v="17" dt="2022-12-16T01:46:10.3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8" autoAdjust="0"/>
    <p:restoredTop sz="86349" autoAdjust="0"/>
  </p:normalViewPr>
  <p:slideViewPr>
    <p:cSldViewPr snapToGrid="0">
      <p:cViewPr varScale="1">
        <p:scale>
          <a:sx n="98" d="100"/>
          <a:sy n="98" d="100"/>
        </p:scale>
        <p:origin x="78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6/11/relationships/changesInfo" Target="changesInfos/changesInfo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gs" Target="tags/tag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ueman, Jessica R" userId="802a54c5-61a7-44cb-9d5e-3932c68ebe9e" providerId="ADAL" clId="{3520A48C-8955-426E-A193-556DCD6217FD}"/>
    <pc:docChg chg="undo custSel addSld modSld sldOrd">
      <pc:chgData name="Trueman, Jessica R" userId="802a54c5-61a7-44cb-9d5e-3932c68ebe9e" providerId="ADAL" clId="{3520A48C-8955-426E-A193-556DCD6217FD}" dt="2022-12-16T17:43:14.532" v="3442" actId="20577"/>
      <pc:docMkLst>
        <pc:docMk/>
      </pc:docMkLst>
      <pc:sldChg chg="modNotesTx">
        <pc:chgData name="Trueman, Jessica R" userId="802a54c5-61a7-44cb-9d5e-3932c68ebe9e" providerId="ADAL" clId="{3520A48C-8955-426E-A193-556DCD6217FD}" dt="2022-12-16T17:39:00.913" v="3218" actId="20577"/>
        <pc:sldMkLst>
          <pc:docMk/>
          <pc:sldMk cId="1314581240" sldId="256"/>
        </pc:sldMkLst>
      </pc:sldChg>
      <pc:sldChg chg="modSp mod">
        <pc:chgData name="Trueman, Jessica R" userId="802a54c5-61a7-44cb-9d5e-3932c68ebe9e" providerId="ADAL" clId="{3520A48C-8955-426E-A193-556DCD6217FD}" dt="2022-12-15T02:00:24.732" v="12" actId="20577"/>
        <pc:sldMkLst>
          <pc:docMk/>
          <pc:sldMk cId="1958435924" sldId="257"/>
        </pc:sldMkLst>
        <pc:spChg chg="mod">
          <ac:chgData name="Trueman, Jessica R" userId="802a54c5-61a7-44cb-9d5e-3932c68ebe9e" providerId="ADAL" clId="{3520A48C-8955-426E-A193-556DCD6217FD}" dt="2022-12-15T02:00:24.732" v="12" actId="20577"/>
          <ac:spMkLst>
            <pc:docMk/>
            <pc:sldMk cId="1958435924" sldId="257"/>
            <ac:spMk id="5" creationId="{00000000-0000-0000-0000-000000000000}"/>
          </ac:spMkLst>
        </pc:spChg>
      </pc:sldChg>
      <pc:sldChg chg="modSp mod modNotesTx">
        <pc:chgData name="Trueman, Jessica R" userId="802a54c5-61a7-44cb-9d5e-3932c68ebe9e" providerId="ADAL" clId="{3520A48C-8955-426E-A193-556DCD6217FD}" dt="2022-12-16T17:40:24.842" v="3219" actId="20577"/>
        <pc:sldMkLst>
          <pc:docMk/>
          <pc:sldMk cId="501001739" sldId="258"/>
        </pc:sldMkLst>
        <pc:spChg chg="mod">
          <ac:chgData name="Trueman, Jessica R" userId="802a54c5-61a7-44cb-9d5e-3932c68ebe9e" providerId="ADAL" clId="{3520A48C-8955-426E-A193-556DCD6217FD}" dt="2022-12-16T00:02:11.051" v="2959" actId="14100"/>
          <ac:spMkLst>
            <pc:docMk/>
            <pc:sldMk cId="501001739" sldId="258"/>
            <ac:spMk id="4" creationId="{00000000-0000-0000-0000-000000000000}"/>
          </ac:spMkLst>
        </pc:spChg>
      </pc:sldChg>
      <pc:sldChg chg="modSp mod modNotesTx">
        <pc:chgData name="Trueman, Jessica R" userId="802a54c5-61a7-44cb-9d5e-3932c68ebe9e" providerId="ADAL" clId="{3520A48C-8955-426E-A193-556DCD6217FD}" dt="2022-12-16T17:42:00.095" v="3336" actId="20577"/>
        <pc:sldMkLst>
          <pc:docMk/>
          <pc:sldMk cId="4177652647" sldId="259"/>
        </pc:sldMkLst>
        <pc:spChg chg="mod">
          <ac:chgData name="Trueman, Jessica R" userId="802a54c5-61a7-44cb-9d5e-3932c68ebe9e" providerId="ADAL" clId="{3520A48C-8955-426E-A193-556DCD6217FD}" dt="2022-12-15T23:55:54.216" v="2611" actId="20577"/>
          <ac:spMkLst>
            <pc:docMk/>
            <pc:sldMk cId="4177652647" sldId="259"/>
            <ac:spMk id="6" creationId="{00000000-0000-0000-0000-000000000000}"/>
          </ac:spMkLst>
        </pc:spChg>
        <pc:spChg chg="mod">
          <ac:chgData name="Trueman, Jessica R" userId="802a54c5-61a7-44cb-9d5e-3932c68ebe9e" providerId="ADAL" clId="{3520A48C-8955-426E-A193-556DCD6217FD}" dt="2022-12-15T02:04:04.192" v="135" actId="20577"/>
          <ac:spMkLst>
            <pc:docMk/>
            <pc:sldMk cId="4177652647" sldId="259"/>
            <ac:spMk id="7" creationId="{00000000-0000-0000-0000-000000000000}"/>
          </ac:spMkLst>
        </pc:spChg>
      </pc:sldChg>
      <pc:sldChg chg="ord">
        <pc:chgData name="Trueman, Jessica R" userId="802a54c5-61a7-44cb-9d5e-3932c68ebe9e" providerId="ADAL" clId="{3520A48C-8955-426E-A193-556DCD6217FD}" dt="2022-12-15T02:05:46.901" v="148"/>
        <pc:sldMkLst>
          <pc:docMk/>
          <pc:sldMk cId="920603983" sldId="260"/>
        </pc:sldMkLst>
      </pc:sldChg>
      <pc:sldChg chg="modSp mod modNotesTx">
        <pc:chgData name="Trueman, Jessica R" userId="802a54c5-61a7-44cb-9d5e-3932c68ebe9e" providerId="ADAL" clId="{3520A48C-8955-426E-A193-556DCD6217FD}" dt="2022-12-16T17:38:32.130" v="3211" actId="20577"/>
        <pc:sldMkLst>
          <pc:docMk/>
          <pc:sldMk cId="875020498" sldId="262"/>
        </pc:sldMkLst>
        <pc:spChg chg="mod">
          <ac:chgData name="Trueman, Jessica R" userId="802a54c5-61a7-44cb-9d5e-3932c68ebe9e" providerId="ADAL" clId="{3520A48C-8955-426E-A193-556DCD6217FD}" dt="2022-12-15T23:39:25.925" v="1594" actId="115"/>
          <ac:spMkLst>
            <pc:docMk/>
            <pc:sldMk cId="875020498" sldId="262"/>
            <ac:spMk id="10" creationId="{00000000-0000-0000-0000-000000000000}"/>
          </ac:spMkLst>
        </pc:spChg>
      </pc:sldChg>
      <pc:sldChg chg="modNotesTx">
        <pc:chgData name="Trueman, Jessica R" userId="802a54c5-61a7-44cb-9d5e-3932c68ebe9e" providerId="ADAL" clId="{3520A48C-8955-426E-A193-556DCD6217FD}" dt="2022-12-16T17:37:49.515" v="3121" actId="20577"/>
        <pc:sldMkLst>
          <pc:docMk/>
          <pc:sldMk cId="3341157959" sldId="263"/>
        </pc:sldMkLst>
      </pc:sldChg>
      <pc:sldChg chg="modSp mod modNotesTx">
        <pc:chgData name="Trueman, Jessica R" userId="802a54c5-61a7-44cb-9d5e-3932c68ebe9e" providerId="ADAL" clId="{3520A48C-8955-426E-A193-556DCD6217FD}" dt="2022-12-16T17:43:14.532" v="3442" actId="20577"/>
        <pc:sldMkLst>
          <pc:docMk/>
          <pc:sldMk cId="2373180428" sldId="277"/>
        </pc:sldMkLst>
        <pc:spChg chg="mod">
          <ac:chgData name="Trueman, Jessica R" userId="802a54c5-61a7-44cb-9d5e-3932c68ebe9e" providerId="ADAL" clId="{3520A48C-8955-426E-A193-556DCD6217FD}" dt="2022-12-15T20:55:25.541" v="754" actId="20577"/>
          <ac:spMkLst>
            <pc:docMk/>
            <pc:sldMk cId="2373180428" sldId="277"/>
            <ac:spMk id="4" creationId="{00000000-0000-0000-0000-000000000000}"/>
          </ac:spMkLst>
        </pc:spChg>
      </pc:sldChg>
      <pc:sldChg chg="addSp delSp modSp mod modNotesTx">
        <pc:chgData name="Trueman, Jessica R" userId="802a54c5-61a7-44cb-9d5e-3932c68ebe9e" providerId="ADAL" clId="{3520A48C-8955-426E-A193-556DCD6217FD}" dt="2022-12-15T20:47:17.635" v="734"/>
        <pc:sldMkLst>
          <pc:docMk/>
          <pc:sldMk cId="1269104415" sldId="278"/>
        </pc:sldMkLst>
        <pc:spChg chg="mod">
          <ac:chgData name="Trueman, Jessica R" userId="802a54c5-61a7-44cb-9d5e-3932c68ebe9e" providerId="ADAL" clId="{3520A48C-8955-426E-A193-556DCD6217FD}" dt="2022-12-15T20:37:58.652" v="333" actId="20577"/>
          <ac:spMkLst>
            <pc:docMk/>
            <pc:sldMk cId="1269104415" sldId="278"/>
            <ac:spMk id="2" creationId="{00000000-0000-0000-0000-000000000000}"/>
          </ac:spMkLst>
        </pc:spChg>
        <pc:spChg chg="add mod">
          <ac:chgData name="Trueman, Jessica R" userId="802a54c5-61a7-44cb-9d5e-3932c68ebe9e" providerId="ADAL" clId="{3520A48C-8955-426E-A193-556DCD6217FD}" dt="2022-12-15T20:46:32.967" v="726" actId="1076"/>
          <ac:spMkLst>
            <pc:docMk/>
            <pc:sldMk cId="1269104415" sldId="278"/>
            <ac:spMk id="7" creationId="{9402A56A-7D16-4711-B3F1-555E647C205E}"/>
          </ac:spMkLst>
        </pc:spChg>
        <pc:spChg chg="add mod">
          <ac:chgData name="Trueman, Jessica R" userId="802a54c5-61a7-44cb-9d5e-3932c68ebe9e" providerId="ADAL" clId="{3520A48C-8955-426E-A193-556DCD6217FD}" dt="2022-12-15T20:46:27.625" v="724" actId="14100"/>
          <ac:spMkLst>
            <pc:docMk/>
            <pc:sldMk cId="1269104415" sldId="278"/>
            <ac:spMk id="9" creationId="{5A3A47FE-4DD4-4C57-BC5C-8A5971EFD489}"/>
          </ac:spMkLst>
        </pc:spChg>
        <pc:spChg chg="add mod">
          <ac:chgData name="Trueman, Jessica R" userId="802a54c5-61a7-44cb-9d5e-3932c68ebe9e" providerId="ADAL" clId="{3520A48C-8955-426E-A193-556DCD6217FD}" dt="2022-12-15T20:42:30.125" v="609" actId="20577"/>
          <ac:spMkLst>
            <pc:docMk/>
            <pc:sldMk cId="1269104415" sldId="278"/>
            <ac:spMk id="11" creationId="{E0834088-36F0-4506-83FC-221EECFBD611}"/>
          </ac:spMkLst>
        </pc:spChg>
        <pc:spChg chg="add del mod">
          <ac:chgData name="Trueman, Jessica R" userId="802a54c5-61a7-44cb-9d5e-3932c68ebe9e" providerId="ADAL" clId="{3520A48C-8955-426E-A193-556DCD6217FD}" dt="2022-12-15T20:43:16.472" v="680" actId="767"/>
          <ac:spMkLst>
            <pc:docMk/>
            <pc:sldMk cId="1269104415" sldId="278"/>
            <ac:spMk id="12" creationId="{8E6B5817-C64A-402A-84D4-DC806C00F087}"/>
          </ac:spMkLst>
        </pc:spChg>
        <pc:spChg chg="add mod">
          <ac:chgData name="Trueman, Jessica R" userId="802a54c5-61a7-44cb-9d5e-3932c68ebe9e" providerId="ADAL" clId="{3520A48C-8955-426E-A193-556DCD6217FD}" dt="2022-12-15T20:43:53.220" v="707" actId="20577"/>
          <ac:spMkLst>
            <pc:docMk/>
            <pc:sldMk cId="1269104415" sldId="278"/>
            <ac:spMk id="13" creationId="{FF361B14-882E-44C1-8376-9989E7F7B336}"/>
          </ac:spMkLst>
        </pc:spChg>
        <pc:graphicFrameChg chg="mod">
          <ac:chgData name="Trueman, Jessica R" userId="802a54c5-61a7-44cb-9d5e-3932c68ebe9e" providerId="ADAL" clId="{3520A48C-8955-426E-A193-556DCD6217FD}" dt="2022-12-15T20:38:26.986" v="335" actId="1076"/>
          <ac:graphicFrameMkLst>
            <pc:docMk/>
            <pc:sldMk cId="1269104415" sldId="278"/>
            <ac:graphicFrameMk id="6" creationId="{00000000-0000-0000-0000-000000000000}"/>
          </ac:graphicFrameMkLst>
        </pc:graphicFrameChg>
        <pc:picChg chg="add mod">
          <ac:chgData name="Trueman, Jessica R" userId="802a54c5-61a7-44cb-9d5e-3932c68ebe9e" providerId="ADAL" clId="{3520A48C-8955-426E-A193-556DCD6217FD}" dt="2022-12-15T20:46:39.594" v="729" actId="1076"/>
          <ac:picMkLst>
            <pc:docMk/>
            <pc:sldMk cId="1269104415" sldId="278"/>
            <ac:picMk id="5" creationId="{08D95EC9-E987-4B74-97C6-0B6B9256C50F}"/>
          </ac:picMkLst>
        </pc:picChg>
        <pc:picChg chg="del">
          <ac:chgData name="Trueman, Jessica R" userId="802a54c5-61a7-44cb-9d5e-3932c68ebe9e" providerId="ADAL" clId="{3520A48C-8955-426E-A193-556DCD6217FD}" dt="2022-12-15T20:38:12.345" v="334" actId="478"/>
          <ac:picMkLst>
            <pc:docMk/>
            <pc:sldMk cId="1269104415" sldId="278"/>
            <ac:picMk id="8" creationId="{00000000-0000-0000-0000-000000000000}"/>
          </ac:picMkLst>
        </pc:picChg>
        <pc:picChg chg="add mod">
          <ac:chgData name="Trueman, Jessica R" userId="802a54c5-61a7-44cb-9d5e-3932c68ebe9e" providerId="ADAL" clId="{3520A48C-8955-426E-A193-556DCD6217FD}" dt="2022-12-15T20:42:07.400" v="603" actId="1076"/>
          <ac:picMkLst>
            <pc:docMk/>
            <pc:sldMk cId="1269104415" sldId="278"/>
            <ac:picMk id="10" creationId="{1E6AF621-8B7C-474F-9894-D518038A13D6}"/>
          </ac:picMkLst>
        </pc:picChg>
        <pc:picChg chg="add mod">
          <ac:chgData name="Trueman, Jessica R" userId="802a54c5-61a7-44cb-9d5e-3932c68ebe9e" providerId="ADAL" clId="{3520A48C-8955-426E-A193-556DCD6217FD}" dt="2022-12-15T20:46:47.743" v="731" actId="1076"/>
          <ac:picMkLst>
            <pc:docMk/>
            <pc:sldMk cId="1269104415" sldId="278"/>
            <ac:picMk id="21" creationId="{6B25202D-A8FD-4BCF-A9F5-D064B2C73FB7}"/>
          </ac:picMkLst>
        </pc:picChg>
        <pc:picChg chg="add mod">
          <ac:chgData name="Trueman, Jessica R" userId="802a54c5-61a7-44cb-9d5e-3932c68ebe9e" providerId="ADAL" clId="{3520A48C-8955-426E-A193-556DCD6217FD}" dt="2022-12-15T20:46:52.904" v="733" actId="1076"/>
          <ac:picMkLst>
            <pc:docMk/>
            <pc:sldMk cId="1269104415" sldId="278"/>
            <ac:picMk id="22" creationId="{E31F4040-C0F5-4D42-BAF8-1BE451EB816B}"/>
          </ac:picMkLst>
        </pc:picChg>
        <pc:cxnChg chg="add del">
          <ac:chgData name="Trueman, Jessica R" userId="802a54c5-61a7-44cb-9d5e-3932c68ebe9e" providerId="ADAL" clId="{3520A48C-8955-426E-A193-556DCD6217FD}" dt="2022-12-15T20:45:01.576" v="711" actId="478"/>
          <ac:cxnSpMkLst>
            <pc:docMk/>
            <pc:sldMk cId="1269104415" sldId="278"/>
            <ac:cxnSpMk id="15" creationId="{307A885B-50D1-4E70-BF8A-295C458EBDA9}"/>
          </ac:cxnSpMkLst>
        </pc:cxnChg>
        <pc:cxnChg chg="add del mod">
          <ac:chgData name="Trueman, Jessica R" userId="802a54c5-61a7-44cb-9d5e-3932c68ebe9e" providerId="ADAL" clId="{3520A48C-8955-426E-A193-556DCD6217FD}" dt="2022-12-15T20:45:26.598" v="715" actId="478"/>
          <ac:cxnSpMkLst>
            <pc:docMk/>
            <pc:sldMk cId="1269104415" sldId="278"/>
            <ac:cxnSpMk id="17" creationId="{F5728C74-995A-4B5B-A502-9398EB41D149}"/>
          </ac:cxnSpMkLst>
        </pc:cxnChg>
        <pc:cxnChg chg="add del">
          <ac:chgData name="Trueman, Jessica R" userId="802a54c5-61a7-44cb-9d5e-3932c68ebe9e" providerId="ADAL" clId="{3520A48C-8955-426E-A193-556DCD6217FD}" dt="2022-12-15T20:45:48.089" v="717" actId="478"/>
          <ac:cxnSpMkLst>
            <pc:docMk/>
            <pc:sldMk cId="1269104415" sldId="278"/>
            <ac:cxnSpMk id="20" creationId="{1B6FDC3C-0903-47AC-99CB-F903485F34E9}"/>
          </ac:cxnSpMkLst>
        </pc:cxnChg>
      </pc:sldChg>
      <pc:sldChg chg="addSp delSp modSp new mod modClrScheme chgLayout">
        <pc:chgData name="Trueman, Jessica R" userId="802a54c5-61a7-44cb-9d5e-3932c68ebe9e" providerId="ADAL" clId="{3520A48C-8955-426E-A193-556DCD6217FD}" dt="2022-12-16T01:46:24.010" v="3055" actId="14100"/>
        <pc:sldMkLst>
          <pc:docMk/>
          <pc:sldMk cId="4153455056" sldId="283"/>
        </pc:sldMkLst>
        <pc:spChg chg="del mod ord">
          <ac:chgData name="Trueman, Jessica R" userId="802a54c5-61a7-44cb-9d5e-3932c68ebe9e" providerId="ADAL" clId="{3520A48C-8955-426E-A193-556DCD6217FD}" dt="2022-12-15T20:15:46.134" v="150" actId="700"/>
          <ac:spMkLst>
            <pc:docMk/>
            <pc:sldMk cId="4153455056" sldId="283"/>
            <ac:spMk id="2" creationId="{8C1A570C-2734-4B3C-A32E-6DE1D5411623}"/>
          </ac:spMkLst>
        </pc:spChg>
        <pc:spChg chg="del mod ord">
          <ac:chgData name="Trueman, Jessica R" userId="802a54c5-61a7-44cb-9d5e-3932c68ebe9e" providerId="ADAL" clId="{3520A48C-8955-426E-A193-556DCD6217FD}" dt="2022-12-15T20:15:46.134" v="150" actId="700"/>
          <ac:spMkLst>
            <pc:docMk/>
            <pc:sldMk cId="4153455056" sldId="283"/>
            <ac:spMk id="3" creationId="{BFCF88B4-7472-46EC-B116-01AD96C90820}"/>
          </ac:spMkLst>
        </pc:spChg>
        <pc:spChg chg="add mod ord">
          <ac:chgData name="Trueman, Jessica R" userId="802a54c5-61a7-44cb-9d5e-3932c68ebe9e" providerId="ADAL" clId="{3520A48C-8955-426E-A193-556DCD6217FD}" dt="2022-12-15T20:56:03.344" v="772" actId="20577"/>
          <ac:spMkLst>
            <pc:docMk/>
            <pc:sldMk cId="4153455056" sldId="283"/>
            <ac:spMk id="4" creationId="{CC83A563-EAFD-42E5-AA0A-65B85B489556}"/>
          </ac:spMkLst>
        </pc:spChg>
        <pc:spChg chg="add mod ord">
          <ac:chgData name="Trueman, Jessica R" userId="802a54c5-61a7-44cb-9d5e-3932c68ebe9e" providerId="ADAL" clId="{3520A48C-8955-426E-A193-556DCD6217FD}" dt="2022-12-16T01:46:24.010" v="3055" actId="14100"/>
          <ac:spMkLst>
            <pc:docMk/>
            <pc:sldMk cId="4153455056" sldId="283"/>
            <ac:spMk id="5" creationId="{F72C1CAA-A0E6-44F6-A1A9-192633B4C5BE}"/>
          </ac:spMkLst>
        </pc:spChg>
        <pc:spChg chg="add mod">
          <ac:chgData name="Trueman, Jessica R" userId="802a54c5-61a7-44cb-9d5e-3932c68ebe9e" providerId="ADAL" clId="{3520A48C-8955-426E-A193-556DCD6217FD}" dt="2022-12-15T22:19:59.182" v="1241" actId="20577"/>
          <ac:spMkLst>
            <pc:docMk/>
            <pc:sldMk cId="4153455056" sldId="283"/>
            <ac:spMk id="6" creationId="{A269F089-FE7C-435D-B3AC-08E1A9F537D9}"/>
          </ac:spMkLst>
        </pc:spChg>
      </pc:sldChg>
      <pc:sldChg chg="addSp modSp add mod modNotesTx">
        <pc:chgData name="Trueman, Jessica R" userId="802a54c5-61a7-44cb-9d5e-3932c68ebe9e" providerId="ADAL" clId="{3520A48C-8955-426E-A193-556DCD6217FD}" dt="2022-12-16T17:36:48.687" v="3058" actId="20577"/>
        <pc:sldMkLst>
          <pc:docMk/>
          <pc:sldMk cId="2846758238" sldId="2147471009"/>
        </pc:sldMkLst>
        <pc:spChg chg="add mod">
          <ac:chgData name="Trueman, Jessica R" userId="802a54c5-61a7-44cb-9d5e-3932c68ebe9e" providerId="ADAL" clId="{3520A48C-8955-426E-A193-556DCD6217FD}" dt="2022-12-16T17:36:48.687" v="3058" actId="20577"/>
          <ac:spMkLst>
            <pc:docMk/>
            <pc:sldMk cId="2846758238" sldId="2147471009"/>
            <ac:spMk id="2" creationId="{2782EEB7-2A70-430C-8F72-D67CF1B79C80}"/>
          </ac:spMkLst>
        </pc:spChg>
        <pc:spChg chg="add mod">
          <ac:chgData name="Trueman, Jessica R" userId="802a54c5-61a7-44cb-9d5e-3932c68ebe9e" providerId="ADAL" clId="{3520A48C-8955-426E-A193-556DCD6217FD}" dt="2022-12-15T22:20:36.749" v="1268" actId="14100"/>
          <ac:spMkLst>
            <pc:docMk/>
            <pc:sldMk cId="2846758238" sldId="2147471009"/>
            <ac:spMk id="19" creationId="{E1B0F936-B9CF-4590-9B76-50B0BBA32166}"/>
          </ac:spMkLst>
        </pc:spChg>
        <pc:spChg chg="mod">
          <ac:chgData name="Trueman, Jessica R" userId="802a54c5-61a7-44cb-9d5e-3932c68ebe9e" providerId="ADAL" clId="{3520A48C-8955-426E-A193-556DCD6217FD}" dt="2022-12-15T22:20:13.800" v="1242" actId="1076"/>
          <ac:spMkLst>
            <pc:docMk/>
            <pc:sldMk cId="2846758238" sldId="2147471009"/>
            <ac:spMk id="43" creationId="{1614502B-16B3-453E-87F5-5A4C4823B3C7}"/>
          </ac:spMkLst>
        </pc:spChg>
        <pc:spChg chg="mod">
          <ac:chgData name="Trueman, Jessica R" userId="802a54c5-61a7-44cb-9d5e-3932c68ebe9e" providerId="ADAL" clId="{3520A48C-8955-426E-A193-556DCD6217FD}" dt="2022-12-15T22:20:13.800" v="1242" actId="1076"/>
          <ac:spMkLst>
            <pc:docMk/>
            <pc:sldMk cId="2846758238" sldId="2147471009"/>
            <ac:spMk id="44" creationId="{2AC169BB-47B5-494E-979D-B2F149CB6732}"/>
          </ac:spMkLst>
        </pc:spChg>
        <pc:spChg chg="mod">
          <ac:chgData name="Trueman, Jessica R" userId="802a54c5-61a7-44cb-9d5e-3932c68ebe9e" providerId="ADAL" clId="{3520A48C-8955-426E-A193-556DCD6217FD}" dt="2022-12-15T22:20:13.800" v="1242" actId="1076"/>
          <ac:spMkLst>
            <pc:docMk/>
            <pc:sldMk cId="2846758238" sldId="2147471009"/>
            <ac:spMk id="45" creationId="{D1F29446-7189-47C1-A859-E99D3474689F}"/>
          </ac:spMkLst>
        </pc:spChg>
        <pc:spChg chg="mod">
          <ac:chgData name="Trueman, Jessica R" userId="802a54c5-61a7-44cb-9d5e-3932c68ebe9e" providerId="ADAL" clId="{3520A48C-8955-426E-A193-556DCD6217FD}" dt="2022-12-15T22:20:13.800" v="1242" actId="1076"/>
          <ac:spMkLst>
            <pc:docMk/>
            <pc:sldMk cId="2846758238" sldId="2147471009"/>
            <ac:spMk id="46" creationId="{983A4280-4F8E-4F8E-B677-D6A155C5E185}"/>
          </ac:spMkLst>
        </pc:spChg>
        <pc:spChg chg="mod">
          <ac:chgData name="Trueman, Jessica R" userId="802a54c5-61a7-44cb-9d5e-3932c68ebe9e" providerId="ADAL" clId="{3520A48C-8955-426E-A193-556DCD6217FD}" dt="2022-12-15T22:20:13.800" v="1242" actId="1076"/>
          <ac:spMkLst>
            <pc:docMk/>
            <pc:sldMk cId="2846758238" sldId="2147471009"/>
            <ac:spMk id="48" creationId="{9B3422E0-F840-40C5-BEBE-CC92FAE5F6B9}"/>
          </ac:spMkLst>
        </pc:spChg>
        <pc:spChg chg="mod">
          <ac:chgData name="Trueman, Jessica R" userId="802a54c5-61a7-44cb-9d5e-3932c68ebe9e" providerId="ADAL" clId="{3520A48C-8955-426E-A193-556DCD6217FD}" dt="2022-12-15T22:20:13.800" v="1242" actId="1076"/>
          <ac:spMkLst>
            <pc:docMk/>
            <pc:sldMk cId="2846758238" sldId="2147471009"/>
            <ac:spMk id="67" creationId="{648DA543-7556-4245-A154-AFCFE3153A92}"/>
          </ac:spMkLst>
        </pc:spChg>
        <pc:spChg chg="mod">
          <ac:chgData name="Trueman, Jessica R" userId="802a54c5-61a7-44cb-9d5e-3932c68ebe9e" providerId="ADAL" clId="{3520A48C-8955-426E-A193-556DCD6217FD}" dt="2022-12-15T22:20:13.800" v="1242" actId="1076"/>
          <ac:spMkLst>
            <pc:docMk/>
            <pc:sldMk cId="2846758238" sldId="2147471009"/>
            <ac:spMk id="68" creationId="{31149E08-5BD2-4B6D-884A-94E4B4BB4E84}"/>
          </ac:spMkLst>
        </pc:spChg>
        <pc:spChg chg="mod">
          <ac:chgData name="Trueman, Jessica R" userId="802a54c5-61a7-44cb-9d5e-3932c68ebe9e" providerId="ADAL" clId="{3520A48C-8955-426E-A193-556DCD6217FD}" dt="2022-12-15T22:20:13.800" v="1242" actId="1076"/>
          <ac:spMkLst>
            <pc:docMk/>
            <pc:sldMk cId="2846758238" sldId="2147471009"/>
            <ac:spMk id="69" creationId="{FDAEF3E6-95FD-4F75-B0FA-085A2A62AABC}"/>
          </ac:spMkLst>
        </pc:spChg>
        <pc:spChg chg="mod">
          <ac:chgData name="Trueman, Jessica R" userId="802a54c5-61a7-44cb-9d5e-3932c68ebe9e" providerId="ADAL" clId="{3520A48C-8955-426E-A193-556DCD6217FD}" dt="2022-12-15T22:20:13.800" v="1242" actId="1076"/>
          <ac:spMkLst>
            <pc:docMk/>
            <pc:sldMk cId="2846758238" sldId="2147471009"/>
            <ac:spMk id="70" creationId="{3171A253-C5A5-4D8B-89CB-DAD3C0D68277}"/>
          </ac:spMkLst>
        </pc:spChg>
        <pc:spChg chg="mod">
          <ac:chgData name="Trueman, Jessica R" userId="802a54c5-61a7-44cb-9d5e-3932c68ebe9e" providerId="ADAL" clId="{3520A48C-8955-426E-A193-556DCD6217FD}" dt="2022-12-15T22:20:13.800" v="1242" actId="1076"/>
          <ac:spMkLst>
            <pc:docMk/>
            <pc:sldMk cId="2846758238" sldId="2147471009"/>
            <ac:spMk id="71" creationId="{500E48AD-8E6B-41FC-8B9C-0C2867766E46}"/>
          </ac:spMkLst>
        </pc:spChg>
        <pc:picChg chg="mod">
          <ac:chgData name="Trueman, Jessica R" userId="802a54c5-61a7-44cb-9d5e-3932c68ebe9e" providerId="ADAL" clId="{3520A48C-8955-426E-A193-556DCD6217FD}" dt="2022-12-15T22:20:13.800" v="1242" actId="1076"/>
          <ac:picMkLst>
            <pc:docMk/>
            <pc:sldMk cId="2846758238" sldId="2147471009"/>
            <ac:picMk id="4" creationId="{287B4559-77B8-4E73-8821-E08FA12C0762}"/>
          </ac:picMkLst>
        </pc:picChg>
        <pc:picChg chg="mod">
          <ac:chgData name="Trueman, Jessica R" userId="802a54c5-61a7-44cb-9d5e-3932c68ebe9e" providerId="ADAL" clId="{3520A48C-8955-426E-A193-556DCD6217FD}" dt="2022-12-15T22:20:13.800" v="1242" actId="1076"/>
          <ac:picMkLst>
            <pc:docMk/>
            <pc:sldMk cId="2846758238" sldId="2147471009"/>
            <ac:picMk id="7" creationId="{7C6A94CD-8B20-417D-B7FC-46444ECB4AC1}"/>
          </ac:picMkLst>
        </pc:picChg>
        <pc:picChg chg="mod">
          <ac:chgData name="Trueman, Jessica R" userId="802a54c5-61a7-44cb-9d5e-3932c68ebe9e" providerId="ADAL" clId="{3520A48C-8955-426E-A193-556DCD6217FD}" dt="2022-12-15T22:20:13.800" v="1242" actId="1076"/>
          <ac:picMkLst>
            <pc:docMk/>
            <pc:sldMk cId="2846758238" sldId="2147471009"/>
            <ac:picMk id="9" creationId="{E0C1B389-A856-41E1-BA82-64F133F65307}"/>
          </ac:picMkLst>
        </pc:picChg>
        <pc:picChg chg="mod">
          <ac:chgData name="Trueman, Jessica R" userId="802a54c5-61a7-44cb-9d5e-3932c68ebe9e" providerId="ADAL" clId="{3520A48C-8955-426E-A193-556DCD6217FD}" dt="2022-12-15T22:20:13.800" v="1242" actId="1076"/>
          <ac:picMkLst>
            <pc:docMk/>
            <pc:sldMk cId="2846758238" sldId="2147471009"/>
            <ac:picMk id="11" creationId="{92AF83A6-5260-445B-A282-468D063E62AB}"/>
          </ac:picMkLst>
        </pc:picChg>
        <pc:picChg chg="mod">
          <ac:chgData name="Trueman, Jessica R" userId="802a54c5-61a7-44cb-9d5e-3932c68ebe9e" providerId="ADAL" clId="{3520A48C-8955-426E-A193-556DCD6217FD}" dt="2022-12-15T22:20:13.800" v="1242" actId="1076"/>
          <ac:picMkLst>
            <pc:docMk/>
            <pc:sldMk cId="2846758238" sldId="2147471009"/>
            <ac:picMk id="13" creationId="{BA174016-06FC-4223-94BF-12AE784807DB}"/>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28BAA0-279B-4252-825C-1AFB643B4605}" type="doc">
      <dgm:prSet loTypeId="urn:microsoft.com/office/officeart/2005/8/layout/lProcess2" loCatId="list" qsTypeId="urn:microsoft.com/office/officeart/2005/8/quickstyle/simple1" qsCatId="simple" csTypeId="urn:microsoft.com/office/officeart/2005/8/colors/accent2_2" csCatId="accent2" phldr="1"/>
      <dgm:spPr/>
      <dgm:t>
        <a:bodyPr/>
        <a:lstStyle/>
        <a:p>
          <a:endParaRPr lang="en-US"/>
        </a:p>
      </dgm:t>
    </dgm:pt>
    <dgm:pt modelId="{A6AB0D98-7470-404D-989C-D3FE15948EA4}">
      <dgm:prSet phldrT="[Text]"/>
      <dgm:spPr/>
      <dgm:t>
        <a:bodyPr/>
        <a:lstStyle/>
        <a:p>
          <a:r>
            <a:rPr lang="en-US" dirty="0"/>
            <a:t>What is it?</a:t>
          </a:r>
        </a:p>
      </dgm:t>
    </dgm:pt>
    <dgm:pt modelId="{04182BFE-139E-443D-B751-247803F0CAA8}" type="parTrans" cxnId="{EF1F189C-39AE-493C-8B71-D5F368A4CF79}">
      <dgm:prSet/>
      <dgm:spPr/>
      <dgm:t>
        <a:bodyPr/>
        <a:lstStyle/>
        <a:p>
          <a:endParaRPr lang="en-US"/>
        </a:p>
      </dgm:t>
    </dgm:pt>
    <dgm:pt modelId="{AE109700-2F7D-4DAC-A40E-89EE1FAF919A}" type="sibTrans" cxnId="{EF1F189C-39AE-493C-8B71-D5F368A4CF79}">
      <dgm:prSet/>
      <dgm:spPr/>
      <dgm:t>
        <a:bodyPr/>
        <a:lstStyle/>
        <a:p>
          <a:endParaRPr lang="en-US"/>
        </a:p>
      </dgm:t>
    </dgm:pt>
    <dgm:pt modelId="{CF5366A9-7478-4255-83A1-A247C6200DFA}">
      <dgm:prSet/>
      <dgm:spPr/>
      <dgm:t>
        <a:bodyPr/>
        <a:lstStyle/>
        <a:p>
          <a:r>
            <a:rPr lang="en-US" dirty="0"/>
            <a:t>Why is it important?</a:t>
          </a:r>
        </a:p>
      </dgm:t>
    </dgm:pt>
    <dgm:pt modelId="{4AC8C568-7562-46DD-89E9-72703140F01D}" type="parTrans" cxnId="{C78EFECC-72B2-4422-8676-2F1AEE447A11}">
      <dgm:prSet/>
      <dgm:spPr/>
      <dgm:t>
        <a:bodyPr/>
        <a:lstStyle/>
        <a:p>
          <a:endParaRPr lang="en-US"/>
        </a:p>
      </dgm:t>
    </dgm:pt>
    <dgm:pt modelId="{CF74460D-F4DE-4812-B090-36C6552B67F0}" type="sibTrans" cxnId="{C78EFECC-72B2-4422-8676-2F1AEE447A11}">
      <dgm:prSet/>
      <dgm:spPr/>
      <dgm:t>
        <a:bodyPr/>
        <a:lstStyle/>
        <a:p>
          <a:endParaRPr lang="en-US"/>
        </a:p>
      </dgm:t>
    </dgm:pt>
    <dgm:pt modelId="{53ADF2C8-30D1-48E5-B118-A76F2CB014DC}">
      <dgm:prSet/>
      <dgm:spPr/>
      <dgm:t>
        <a:bodyPr/>
        <a:lstStyle/>
        <a:p>
          <a:r>
            <a:rPr lang="en-US" dirty="0"/>
            <a:t>When can it be used? </a:t>
          </a:r>
        </a:p>
      </dgm:t>
    </dgm:pt>
    <dgm:pt modelId="{2C9F37C3-C330-4D96-996B-ED848006A29D}" type="parTrans" cxnId="{8495E552-9C0E-46CF-ABE0-D3950529B1DD}">
      <dgm:prSet/>
      <dgm:spPr/>
      <dgm:t>
        <a:bodyPr/>
        <a:lstStyle/>
        <a:p>
          <a:endParaRPr lang="en-US"/>
        </a:p>
      </dgm:t>
    </dgm:pt>
    <dgm:pt modelId="{115C1632-35D4-4DB3-BE28-FC1B548BCA9C}" type="sibTrans" cxnId="{8495E552-9C0E-46CF-ABE0-D3950529B1DD}">
      <dgm:prSet/>
      <dgm:spPr/>
      <dgm:t>
        <a:bodyPr/>
        <a:lstStyle/>
        <a:p>
          <a:endParaRPr lang="en-US"/>
        </a:p>
      </dgm:t>
    </dgm:pt>
    <dgm:pt modelId="{01ABECF3-3D9A-45F5-B577-328BC881021B}">
      <dgm:prSet/>
      <dgm:spPr/>
      <dgm:t>
        <a:bodyPr/>
        <a:lstStyle/>
        <a:p>
          <a:r>
            <a:rPr lang="en-US" dirty="0"/>
            <a:t>Can be used in a variety of settings </a:t>
          </a:r>
        </a:p>
      </dgm:t>
    </dgm:pt>
    <dgm:pt modelId="{06F3C898-06BB-4528-97A6-B1FFB2E14B38}" type="parTrans" cxnId="{70BD00AB-1635-4D31-9C57-6F646FD0AA84}">
      <dgm:prSet/>
      <dgm:spPr/>
      <dgm:t>
        <a:bodyPr/>
        <a:lstStyle/>
        <a:p>
          <a:endParaRPr lang="en-US"/>
        </a:p>
      </dgm:t>
    </dgm:pt>
    <dgm:pt modelId="{CDD4EACA-BD16-43AE-841A-3AF985FBAE31}" type="sibTrans" cxnId="{70BD00AB-1635-4D31-9C57-6F646FD0AA84}">
      <dgm:prSet/>
      <dgm:spPr/>
      <dgm:t>
        <a:bodyPr/>
        <a:lstStyle/>
        <a:p>
          <a:endParaRPr lang="en-US"/>
        </a:p>
      </dgm:t>
    </dgm:pt>
    <dgm:pt modelId="{3BCB1B1D-EF12-4460-8598-E8D8B1F47868}">
      <dgm:prSet/>
      <dgm:spPr/>
      <dgm:t>
        <a:bodyPr/>
        <a:lstStyle/>
        <a:p>
          <a:r>
            <a:rPr lang="en-US" dirty="0"/>
            <a:t>Professional Conferences </a:t>
          </a:r>
        </a:p>
      </dgm:t>
    </dgm:pt>
    <dgm:pt modelId="{854A428B-2D0C-4184-928E-94F2458016AA}" type="parTrans" cxnId="{345999F5-770E-4202-8655-AB70C8DCC8CC}">
      <dgm:prSet/>
      <dgm:spPr/>
      <dgm:t>
        <a:bodyPr/>
        <a:lstStyle/>
        <a:p>
          <a:endParaRPr lang="en-US"/>
        </a:p>
      </dgm:t>
    </dgm:pt>
    <dgm:pt modelId="{D460AA13-D00C-47E7-B103-6F4FF0667778}" type="sibTrans" cxnId="{345999F5-770E-4202-8655-AB70C8DCC8CC}">
      <dgm:prSet/>
      <dgm:spPr/>
      <dgm:t>
        <a:bodyPr/>
        <a:lstStyle/>
        <a:p>
          <a:endParaRPr lang="en-US"/>
        </a:p>
      </dgm:t>
    </dgm:pt>
    <dgm:pt modelId="{F23FCF3A-F42D-421D-B5AD-5D9F42620C3F}">
      <dgm:prSet/>
      <dgm:spPr/>
      <dgm:t>
        <a:bodyPr/>
        <a:lstStyle/>
        <a:p>
          <a:r>
            <a:rPr lang="en-US" dirty="0"/>
            <a:t>Informational Interview Requests </a:t>
          </a:r>
        </a:p>
      </dgm:t>
    </dgm:pt>
    <dgm:pt modelId="{3E6CA7C5-A798-4B2C-AF3C-E123BB26B5CF}" type="parTrans" cxnId="{3A1544C8-CC7A-4CEE-9791-D9561DDCB097}">
      <dgm:prSet/>
      <dgm:spPr/>
      <dgm:t>
        <a:bodyPr/>
        <a:lstStyle/>
        <a:p>
          <a:endParaRPr lang="en-US"/>
        </a:p>
      </dgm:t>
    </dgm:pt>
    <dgm:pt modelId="{200B351B-C702-4F65-ADB6-F2D42BF0A5D8}" type="sibTrans" cxnId="{3A1544C8-CC7A-4CEE-9791-D9561DDCB097}">
      <dgm:prSet/>
      <dgm:spPr/>
      <dgm:t>
        <a:bodyPr/>
        <a:lstStyle/>
        <a:p>
          <a:endParaRPr lang="en-US"/>
        </a:p>
      </dgm:t>
    </dgm:pt>
    <dgm:pt modelId="{662945D8-30D6-4826-B390-654D98A16E42}">
      <dgm:prSet/>
      <dgm:spPr/>
      <dgm:t>
        <a:bodyPr/>
        <a:lstStyle/>
        <a:p>
          <a:r>
            <a:rPr lang="en-US" dirty="0"/>
            <a:t>Informal Social Events </a:t>
          </a:r>
        </a:p>
      </dgm:t>
    </dgm:pt>
    <dgm:pt modelId="{069501E9-9BB6-47E8-A62D-E43DBB6641A5}" type="parTrans" cxnId="{169ECAE3-21CC-42D0-ACC9-A6F8C52BD9AB}">
      <dgm:prSet/>
      <dgm:spPr/>
      <dgm:t>
        <a:bodyPr/>
        <a:lstStyle/>
        <a:p>
          <a:endParaRPr lang="en-US"/>
        </a:p>
      </dgm:t>
    </dgm:pt>
    <dgm:pt modelId="{FE388D1F-7521-47BD-9274-AA32556E73D4}" type="sibTrans" cxnId="{169ECAE3-21CC-42D0-ACC9-A6F8C52BD9AB}">
      <dgm:prSet/>
      <dgm:spPr/>
      <dgm:t>
        <a:bodyPr/>
        <a:lstStyle/>
        <a:p>
          <a:endParaRPr lang="en-US"/>
        </a:p>
      </dgm:t>
    </dgm:pt>
    <dgm:pt modelId="{C5368A69-C389-4813-8664-B9BD108146A7}">
      <dgm:prSet/>
      <dgm:spPr/>
      <dgm:t>
        <a:bodyPr/>
        <a:lstStyle/>
        <a:p>
          <a:r>
            <a:rPr lang="en-US" dirty="0"/>
            <a:t>What is the goal? </a:t>
          </a:r>
        </a:p>
      </dgm:t>
    </dgm:pt>
    <dgm:pt modelId="{1454B8FB-D848-48DD-B5CA-27FE3309CA76}" type="parTrans" cxnId="{C1E79F01-EA7E-4E4A-AE40-FBD56593984E}">
      <dgm:prSet/>
      <dgm:spPr/>
      <dgm:t>
        <a:bodyPr/>
        <a:lstStyle/>
        <a:p>
          <a:endParaRPr lang="en-US"/>
        </a:p>
      </dgm:t>
    </dgm:pt>
    <dgm:pt modelId="{9E1C3A93-4506-4E5C-9069-DE7BC1D19F8C}" type="sibTrans" cxnId="{C1E79F01-EA7E-4E4A-AE40-FBD56593984E}">
      <dgm:prSet/>
      <dgm:spPr/>
      <dgm:t>
        <a:bodyPr/>
        <a:lstStyle/>
        <a:p>
          <a:endParaRPr lang="en-US"/>
        </a:p>
      </dgm:t>
    </dgm:pt>
    <dgm:pt modelId="{5EA9C4AD-2B10-4C62-A385-E96468FB560C}">
      <dgm:prSet/>
      <dgm:spPr/>
      <dgm:t>
        <a:bodyPr/>
        <a:lstStyle/>
        <a:p>
          <a:r>
            <a:rPr lang="en-US" dirty="0"/>
            <a:t>This could happen on the spot if there is time or in the future with a follow up email or phone call. </a:t>
          </a:r>
        </a:p>
      </dgm:t>
    </dgm:pt>
    <dgm:pt modelId="{5A62620C-8FBF-4CCC-BF84-D3D6265EE7F6}" type="parTrans" cxnId="{373BA45D-1006-4CF0-B774-DA6063EB2873}">
      <dgm:prSet/>
      <dgm:spPr/>
      <dgm:t>
        <a:bodyPr/>
        <a:lstStyle/>
        <a:p>
          <a:endParaRPr lang="en-US"/>
        </a:p>
      </dgm:t>
    </dgm:pt>
    <dgm:pt modelId="{82BD9944-7B54-4DA3-BE6D-6EEFB91E948F}" type="sibTrans" cxnId="{373BA45D-1006-4CF0-B774-DA6063EB2873}">
      <dgm:prSet/>
      <dgm:spPr/>
      <dgm:t>
        <a:bodyPr/>
        <a:lstStyle/>
        <a:p>
          <a:endParaRPr lang="en-US"/>
        </a:p>
      </dgm:t>
    </dgm:pt>
    <dgm:pt modelId="{23A8CC76-C1E6-49DA-B8D8-A12F7ECEA040}">
      <dgm:prSet phldrT="[Text]"/>
      <dgm:spPr/>
      <dgm:t>
        <a:bodyPr/>
        <a:lstStyle/>
        <a:p>
          <a:r>
            <a:rPr lang="en-US" dirty="0"/>
            <a:t>A quick way to sell yourself when making introductions </a:t>
          </a:r>
        </a:p>
      </dgm:t>
    </dgm:pt>
    <dgm:pt modelId="{685C0008-FC02-47AB-B5A9-217E629A6D7A}" type="parTrans" cxnId="{525E3BE6-7085-456C-A73F-A662ABEDC1C2}">
      <dgm:prSet/>
      <dgm:spPr/>
      <dgm:t>
        <a:bodyPr/>
        <a:lstStyle/>
        <a:p>
          <a:endParaRPr lang="en-US"/>
        </a:p>
      </dgm:t>
    </dgm:pt>
    <dgm:pt modelId="{8BAAB16C-F88E-44BD-98FE-59A0163DA0A0}" type="sibTrans" cxnId="{525E3BE6-7085-456C-A73F-A662ABEDC1C2}">
      <dgm:prSet/>
      <dgm:spPr/>
      <dgm:t>
        <a:bodyPr/>
        <a:lstStyle/>
        <a:p>
          <a:endParaRPr lang="en-US"/>
        </a:p>
      </dgm:t>
    </dgm:pt>
    <dgm:pt modelId="{ED0FF957-B3D3-4EE3-B131-A01C75E0449F}">
      <dgm:prSet/>
      <dgm:spPr/>
      <dgm:t>
        <a:bodyPr/>
        <a:lstStyle/>
        <a:p>
          <a:r>
            <a:rPr lang="en-US" dirty="0"/>
            <a:t> Sets the stage for why someone would be interested in learning more about you </a:t>
          </a:r>
        </a:p>
      </dgm:t>
    </dgm:pt>
    <dgm:pt modelId="{E4B701D2-2E3E-4032-B971-8165B7BC8FE1}" type="parTrans" cxnId="{43AACB54-3615-43B5-A1B2-E60FD3E69485}">
      <dgm:prSet/>
      <dgm:spPr/>
      <dgm:t>
        <a:bodyPr/>
        <a:lstStyle/>
        <a:p>
          <a:endParaRPr lang="en-US"/>
        </a:p>
      </dgm:t>
    </dgm:pt>
    <dgm:pt modelId="{58890E31-46C5-4056-91D0-8D3197C68FB2}" type="sibTrans" cxnId="{43AACB54-3615-43B5-A1B2-E60FD3E69485}">
      <dgm:prSet/>
      <dgm:spPr/>
      <dgm:t>
        <a:bodyPr/>
        <a:lstStyle/>
        <a:p>
          <a:endParaRPr lang="en-US"/>
        </a:p>
      </dgm:t>
    </dgm:pt>
    <dgm:pt modelId="{0A8B891C-FFFE-4132-B4B2-7CCC9BEB0AB7}">
      <dgm:prSet/>
      <dgm:spPr/>
      <dgm:t>
        <a:bodyPr/>
        <a:lstStyle/>
        <a:p>
          <a:r>
            <a:rPr lang="en-US"/>
            <a:t>Lead </a:t>
          </a:r>
          <a:r>
            <a:rPr lang="en-US" dirty="0"/>
            <a:t>into further conversation </a:t>
          </a:r>
        </a:p>
      </dgm:t>
    </dgm:pt>
    <dgm:pt modelId="{C546C93E-6D36-4450-9815-B7942C5E3517}" type="parTrans" cxnId="{2EF61130-FEE5-44C4-B109-F2AF67651C71}">
      <dgm:prSet/>
      <dgm:spPr/>
      <dgm:t>
        <a:bodyPr/>
        <a:lstStyle/>
        <a:p>
          <a:endParaRPr lang="en-US"/>
        </a:p>
      </dgm:t>
    </dgm:pt>
    <dgm:pt modelId="{89508D7C-8A4A-4B6B-9AF2-02C50261B61B}" type="sibTrans" cxnId="{2EF61130-FEE5-44C4-B109-F2AF67651C71}">
      <dgm:prSet/>
      <dgm:spPr/>
      <dgm:t>
        <a:bodyPr/>
        <a:lstStyle/>
        <a:p>
          <a:endParaRPr lang="en-US"/>
        </a:p>
      </dgm:t>
    </dgm:pt>
    <dgm:pt modelId="{77F494F2-C5E9-4EE4-ABA7-CF78A3547965}" type="pres">
      <dgm:prSet presAssocID="{AF28BAA0-279B-4252-825C-1AFB643B4605}" presName="theList" presStyleCnt="0">
        <dgm:presLayoutVars>
          <dgm:dir/>
          <dgm:animLvl val="lvl"/>
          <dgm:resizeHandles val="exact"/>
        </dgm:presLayoutVars>
      </dgm:prSet>
      <dgm:spPr/>
    </dgm:pt>
    <dgm:pt modelId="{7494596F-950E-404F-8E84-FEBEEC053675}" type="pres">
      <dgm:prSet presAssocID="{A6AB0D98-7470-404D-989C-D3FE15948EA4}" presName="compNode" presStyleCnt="0"/>
      <dgm:spPr/>
    </dgm:pt>
    <dgm:pt modelId="{4D917153-C0DF-4CB2-B3E9-5C3536D678DA}" type="pres">
      <dgm:prSet presAssocID="{A6AB0D98-7470-404D-989C-D3FE15948EA4}" presName="aNode" presStyleLbl="bgShp" presStyleIdx="0" presStyleCnt="4"/>
      <dgm:spPr/>
    </dgm:pt>
    <dgm:pt modelId="{5BDADDD1-1592-4B97-A7EB-C3E0D18F93D1}" type="pres">
      <dgm:prSet presAssocID="{A6AB0D98-7470-404D-989C-D3FE15948EA4}" presName="textNode" presStyleLbl="bgShp" presStyleIdx="0" presStyleCnt="4"/>
      <dgm:spPr/>
    </dgm:pt>
    <dgm:pt modelId="{EC11EF86-CDE1-432B-AFAF-F0E9DC105071}" type="pres">
      <dgm:prSet presAssocID="{A6AB0D98-7470-404D-989C-D3FE15948EA4}" presName="compChildNode" presStyleCnt="0"/>
      <dgm:spPr/>
    </dgm:pt>
    <dgm:pt modelId="{04861D45-9AA8-4106-939E-45A98981CBDB}" type="pres">
      <dgm:prSet presAssocID="{A6AB0D98-7470-404D-989C-D3FE15948EA4}" presName="theInnerList" presStyleCnt="0"/>
      <dgm:spPr/>
    </dgm:pt>
    <dgm:pt modelId="{2DA4B26D-80C3-4710-8C94-AFAC7DE35EFD}" type="pres">
      <dgm:prSet presAssocID="{23A8CC76-C1E6-49DA-B8D8-A12F7ECEA040}" presName="childNode" presStyleLbl="node1" presStyleIdx="0" presStyleCnt="4">
        <dgm:presLayoutVars>
          <dgm:bulletEnabled val="1"/>
        </dgm:presLayoutVars>
      </dgm:prSet>
      <dgm:spPr/>
    </dgm:pt>
    <dgm:pt modelId="{508BA81A-9CEC-4434-990D-820B5FD4E50E}" type="pres">
      <dgm:prSet presAssocID="{A6AB0D98-7470-404D-989C-D3FE15948EA4}" presName="aSpace" presStyleCnt="0"/>
      <dgm:spPr/>
    </dgm:pt>
    <dgm:pt modelId="{1CF1CB65-E2E7-4D1B-A8B7-19603A483815}" type="pres">
      <dgm:prSet presAssocID="{CF5366A9-7478-4255-83A1-A247C6200DFA}" presName="compNode" presStyleCnt="0"/>
      <dgm:spPr/>
    </dgm:pt>
    <dgm:pt modelId="{BB4FFB18-E860-413D-856B-E3A2A4BED2BC}" type="pres">
      <dgm:prSet presAssocID="{CF5366A9-7478-4255-83A1-A247C6200DFA}" presName="aNode" presStyleLbl="bgShp" presStyleIdx="1" presStyleCnt="4"/>
      <dgm:spPr/>
    </dgm:pt>
    <dgm:pt modelId="{CCCE91AE-72F0-4A3F-8FD9-43BAA9A71E33}" type="pres">
      <dgm:prSet presAssocID="{CF5366A9-7478-4255-83A1-A247C6200DFA}" presName="textNode" presStyleLbl="bgShp" presStyleIdx="1" presStyleCnt="4"/>
      <dgm:spPr/>
    </dgm:pt>
    <dgm:pt modelId="{7E79FA59-C9CA-4B39-84F8-6BF33DC36446}" type="pres">
      <dgm:prSet presAssocID="{CF5366A9-7478-4255-83A1-A247C6200DFA}" presName="compChildNode" presStyleCnt="0"/>
      <dgm:spPr/>
    </dgm:pt>
    <dgm:pt modelId="{8130DD76-B24B-437C-9828-B4C5E5A0A8D1}" type="pres">
      <dgm:prSet presAssocID="{CF5366A9-7478-4255-83A1-A247C6200DFA}" presName="theInnerList" presStyleCnt="0"/>
      <dgm:spPr/>
    </dgm:pt>
    <dgm:pt modelId="{B6BBF564-39B9-473C-AAC3-C409DF8B5247}" type="pres">
      <dgm:prSet presAssocID="{ED0FF957-B3D3-4EE3-B131-A01C75E0449F}" presName="childNode" presStyleLbl="node1" presStyleIdx="1" presStyleCnt="4">
        <dgm:presLayoutVars>
          <dgm:bulletEnabled val="1"/>
        </dgm:presLayoutVars>
      </dgm:prSet>
      <dgm:spPr/>
    </dgm:pt>
    <dgm:pt modelId="{1AFB3BEB-7CF5-447B-9F41-53A5813ECB2F}" type="pres">
      <dgm:prSet presAssocID="{CF5366A9-7478-4255-83A1-A247C6200DFA}" presName="aSpace" presStyleCnt="0"/>
      <dgm:spPr/>
    </dgm:pt>
    <dgm:pt modelId="{C5151377-6650-4C44-8B72-C9F065778542}" type="pres">
      <dgm:prSet presAssocID="{53ADF2C8-30D1-48E5-B118-A76F2CB014DC}" presName="compNode" presStyleCnt="0"/>
      <dgm:spPr/>
    </dgm:pt>
    <dgm:pt modelId="{07F724CD-C09C-4D72-BF5D-0DDCFC88915A}" type="pres">
      <dgm:prSet presAssocID="{53ADF2C8-30D1-48E5-B118-A76F2CB014DC}" presName="aNode" presStyleLbl="bgShp" presStyleIdx="2" presStyleCnt="4"/>
      <dgm:spPr/>
    </dgm:pt>
    <dgm:pt modelId="{359A236D-E4AB-4C1B-9238-41C2C64C5154}" type="pres">
      <dgm:prSet presAssocID="{53ADF2C8-30D1-48E5-B118-A76F2CB014DC}" presName="textNode" presStyleLbl="bgShp" presStyleIdx="2" presStyleCnt="4"/>
      <dgm:spPr/>
    </dgm:pt>
    <dgm:pt modelId="{DAB18B67-0AA2-4124-BB38-BB6FE0EAFEB5}" type="pres">
      <dgm:prSet presAssocID="{53ADF2C8-30D1-48E5-B118-A76F2CB014DC}" presName="compChildNode" presStyleCnt="0"/>
      <dgm:spPr/>
    </dgm:pt>
    <dgm:pt modelId="{4E7F4100-3FB2-487B-9816-22E93641EB71}" type="pres">
      <dgm:prSet presAssocID="{53ADF2C8-30D1-48E5-B118-A76F2CB014DC}" presName="theInnerList" presStyleCnt="0"/>
      <dgm:spPr/>
    </dgm:pt>
    <dgm:pt modelId="{A52B50E1-6FD4-46CB-9DC9-184FF8ED5C36}" type="pres">
      <dgm:prSet presAssocID="{01ABECF3-3D9A-45F5-B577-328BC881021B}" presName="childNode" presStyleLbl="node1" presStyleIdx="2" presStyleCnt="4">
        <dgm:presLayoutVars>
          <dgm:bulletEnabled val="1"/>
        </dgm:presLayoutVars>
      </dgm:prSet>
      <dgm:spPr/>
    </dgm:pt>
    <dgm:pt modelId="{8F344901-F4F4-4B5E-8006-18A79E3D8C63}" type="pres">
      <dgm:prSet presAssocID="{53ADF2C8-30D1-48E5-B118-A76F2CB014DC}" presName="aSpace" presStyleCnt="0"/>
      <dgm:spPr/>
    </dgm:pt>
    <dgm:pt modelId="{B6679C9D-9ED8-448C-922A-A28F31A6E1ED}" type="pres">
      <dgm:prSet presAssocID="{C5368A69-C389-4813-8664-B9BD108146A7}" presName="compNode" presStyleCnt="0"/>
      <dgm:spPr/>
    </dgm:pt>
    <dgm:pt modelId="{334AEF1B-60AD-41DB-A0E4-3D6898571F80}" type="pres">
      <dgm:prSet presAssocID="{C5368A69-C389-4813-8664-B9BD108146A7}" presName="aNode" presStyleLbl="bgShp" presStyleIdx="3" presStyleCnt="4"/>
      <dgm:spPr/>
    </dgm:pt>
    <dgm:pt modelId="{C5514698-A962-4F89-8465-384F38D4465B}" type="pres">
      <dgm:prSet presAssocID="{C5368A69-C389-4813-8664-B9BD108146A7}" presName="textNode" presStyleLbl="bgShp" presStyleIdx="3" presStyleCnt="4"/>
      <dgm:spPr/>
    </dgm:pt>
    <dgm:pt modelId="{A29ACAC1-A924-48D6-8B15-98EE6BF385A7}" type="pres">
      <dgm:prSet presAssocID="{C5368A69-C389-4813-8664-B9BD108146A7}" presName="compChildNode" presStyleCnt="0"/>
      <dgm:spPr/>
    </dgm:pt>
    <dgm:pt modelId="{21C64013-3E2B-46D4-A201-36226AC5221F}" type="pres">
      <dgm:prSet presAssocID="{C5368A69-C389-4813-8664-B9BD108146A7}" presName="theInnerList" presStyleCnt="0"/>
      <dgm:spPr/>
    </dgm:pt>
    <dgm:pt modelId="{A59CAA8F-04C7-4506-ABDA-BB351020B050}" type="pres">
      <dgm:prSet presAssocID="{0A8B891C-FFFE-4132-B4B2-7CCC9BEB0AB7}" presName="childNode" presStyleLbl="node1" presStyleIdx="3" presStyleCnt="4">
        <dgm:presLayoutVars>
          <dgm:bulletEnabled val="1"/>
        </dgm:presLayoutVars>
      </dgm:prSet>
      <dgm:spPr/>
    </dgm:pt>
  </dgm:ptLst>
  <dgm:cxnLst>
    <dgm:cxn modelId="{C1E79F01-EA7E-4E4A-AE40-FBD56593984E}" srcId="{AF28BAA0-279B-4252-825C-1AFB643B4605}" destId="{C5368A69-C389-4813-8664-B9BD108146A7}" srcOrd="3" destOrd="0" parTransId="{1454B8FB-D848-48DD-B5CA-27FE3309CA76}" sibTransId="{9E1C3A93-4506-4E5C-9069-DE7BC1D19F8C}"/>
    <dgm:cxn modelId="{D065EB07-9341-4B24-BC38-D032703C20DD}" type="presOf" srcId="{01ABECF3-3D9A-45F5-B577-328BC881021B}" destId="{A52B50E1-6FD4-46CB-9DC9-184FF8ED5C36}" srcOrd="0" destOrd="0" presId="urn:microsoft.com/office/officeart/2005/8/layout/lProcess2"/>
    <dgm:cxn modelId="{D711D511-7520-4388-B4D9-7D06623A2B83}" type="presOf" srcId="{3BCB1B1D-EF12-4460-8598-E8D8B1F47868}" destId="{A52B50E1-6FD4-46CB-9DC9-184FF8ED5C36}" srcOrd="0" destOrd="1" presId="urn:microsoft.com/office/officeart/2005/8/layout/lProcess2"/>
    <dgm:cxn modelId="{102F701D-D776-43E4-81DB-A9F9958EC0F2}" type="presOf" srcId="{CF5366A9-7478-4255-83A1-A247C6200DFA}" destId="{CCCE91AE-72F0-4A3F-8FD9-43BAA9A71E33}" srcOrd="1" destOrd="0" presId="urn:microsoft.com/office/officeart/2005/8/layout/lProcess2"/>
    <dgm:cxn modelId="{E1A6E721-9E33-438B-8CB2-7901024AD8EC}" type="presOf" srcId="{23A8CC76-C1E6-49DA-B8D8-A12F7ECEA040}" destId="{2DA4B26D-80C3-4710-8C94-AFAC7DE35EFD}" srcOrd="0" destOrd="0" presId="urn:microsoft.com/office/officeart/2005/8/layout/lProcess2"/>
    <dgm:cxn modelId="{2EF61130-FEE5-44C4-B109-F2AF67651C71}" srcId="{C5368A69-C389-4813-8664-B9BD108146A7}" destId="{0A8B891C-FFFE-4132-B4B2-7CCC9BEB0AB7}" srcOrd="0" destOrd="0" parTransId="{C546C93E-6D36-4450-9815-B7942C5E3517}" sibTransId="{89508D7C-8A4A-4B6B-9AF2-02C50261B61B}"/>
    <dgm:cxn modelId="{373BA45D-1006-4CF0-B774-DA6063EB2873}" srcId="{0A8B891C-FFFE-4132-B4B2-7CCC9BEB0AB7}" destId="{5EA9C4AD-2B10-4C62-A385-E96468FB560C}" srcOrd="0" destOrd="0" parTransId="{5A62620C-8FBF-4CCC-BF84-D3D6265EE7F6}" sibTransId="{82BD9944-7B54-4DA3-BE6D-6EEFB91E948F}"/>
    <dgm:cxn modelId="{8114E751-9130-4CB9-8634-44EC5B5042FB}" type="presOf" srcId="{C5368A69-C389-4813-8664-B9BD108146A7}" destId="{334AEF1B-60AD-41DB-A0E4-3D6898571F80}" srcOrd="0" destOrd="0" presId="urn:microsoft.com/office/officeart/2005/8/layout/lProcess2"/>
    <dgm:cxn modelId="{CC58ED51-2326-457E-8DFD-737275857252}" type="presOf" srcId="{F23FCF3A-F42D-421D-B5AD-5D9F42620C3F}" destId="{A52B50E1-6FD4-46CB-9DC9-184FF8ED5C36}" srcOrd="0" destOrd="2" presId="urn:microsoft.com/office/officeart/2005/8/layout/lProcess2"/>
    <dgm:cxn modelId="{8495E552-9C0E-46CF-ABE0-D3950529B1DD}" srcId="{AF28BAA0-279B-4252-825C-1AFB643B4605}" destId="{53ADF2C8-30D1-48E5-B118-A76F2CB014DC}" srcOrd="2" destOrd="0" parTransId="{2C9F37C3-C330-4D96-996B-ED848006A29D}" sibTransId="{115C1632-35D4-4DB3-BE28-FC1B548BCA9C}"/>
    <dgm:cxn modelId="{F1EFED52-4136-43F9-BC1A-3207EFF15944}" type="presOf" srcId="{A6AB0D98-7470-404D-989C-D3FE15948EA4}" destId="{4D917153-C0DF-4CB2-B3E9-5C3536D678DA}" srcOrd="0" destOrd="0" presId="urn:microsoft.com/office/officeart/2005/8/layout/lProcess2"/>
    <dgm:cxn modelId="{43AACB54-3615-43B5-A1B2-E60FD3E69485}" srcId="{CF5366A9-7478-4255-83A1-A247C6200DFA}" destId="{ED0FF957-B3D3-4EE3-B131-A01C75E0449F}" srcOrd="0" destOrd="0" parTransId="{E4B701D2-2E3E-4032-B971-8165B7BC8FE1}" sibTransId="{58890E31-46C5-4056-91D0-8D3197C68FB2}"/>
    <dgm:cxn modelId="{9087B381-D8B2-4B93-85B6-243B400F06CC}" type="presOf" srcId="{ED0FF957-B3D3-4EE3-B131-A01C75E0449F}" destId="{B6BBF564-39B9-473C-AAC3-C409DF8B5247}" srcOrd="0" destOrd="0" presId="urn:microsoft.com/office/officeart/2005/8/layout/lProcess2"/>
    <dgm:cxn modelId="{0A3CBE88-F9FC-4DBC-95AD-AECAC3586843}" type="presOf" srcId="{C5368A69-C389-4813-8664-B9BD108146A7}" destId="{C5514698-A962-4F89-8465-384F38D4465B}" srcOrd="1" destOrd="0" presId="urn:microsoft.com/office/officeart/2005/8/layout/lProcess2"/>
    <dgm:cxn modelId="{EF1F189C-39AE-493C-8B71-D5F368A4CF79}" srcId="{AF28BAA0-279B-4252-825C-1AFB643B4605}" destId="{A6AB0D98-7470-404D-989C-D3FE15948EA4}" srcOrd="0" destOrd="0" parTransId="{04182BFE-139E-443D-B751-247803F0CAA8}" sibTransId="{AE109700-2F7D-4DAC-A40E-89EE1FAF919A}"/>
    <dgm:cxn modelId="{70BD00AB-1635-4D31-9C57-6F646FD0AA84}" srcId="{53ADF2C8-30D1-48E5-B118-A76F2CB014DC}" destId="{01ABECF3-3D9A-45F5-B577-328BC881021B}" srcOrd="0" destOrd="0" parTransId="{06F3C898-06BB-4528-97A6-B1FFB2E14B38}" sibTransId="{CDD4EACA-BD16-43AE-841A-3AF985FBAE31}"/>
    <dgm:cxn modelId="{D6BFEBB8-4686-4144-A9E8-7DF12DCB4921}" type="presOf" srcId="{CF5366A9-7478-4255-83A1-A247C6200DFA}" destId="{BB4FFB18-E860-413D-856B-E3A2A4BED2BC}" srcOrd="0" destOrd="0" presId="urn:microsoft.com/office/officeart/2005/8/layout/lProcess2"/>
    <dgm:cxn modelId="{B42D29B9-3694-401A-A1AB-34FB802B853B}" type="presOf" srcId="{662945D8-30D6-4826-B390-654D98A16E42}" destId="{A52B50E1-6FD4-46CB-9DC9-184FF8ED5C36}" srcOrd="0" destOrd="3" presId="urn:microsoft.com/office/officeart/2005/8/layout/lProcess2"/>
    <dgm:cxn modelId="{CADE8DBB-2F0C-4499-9879-24086ECB6CD7}" type="presOf" srcId="{53ADF2C8-30D1-48E5-B118-A76F2CB014DC}" destId="{07F724CD-C09C-4D72-BF5D-0DDCFC88915A}" srcOrd="0" destOrd="0" presId="urn:microsoft.com/office/officeart/2005/8/layout/lProcess2"/>
    <dgm:cxn modelId="{10E5D6C0-83B6-445F-86C5-0D3A1BCF34AA}" type="presOf" srcId="{0A8B891C-FFFE-4132-B4B2-7CCC9BEB0AB7}" destId="{A59CAA8F-04C7-4506-ABDA-BB351020B050}" srcOrd="0" destOrd="0" presId="urn:microsoft.com/office/officeart/2005/8/layout/lProcess2"/>
    <dgm:cxn modelId="{512127C1-EA85-43F5-9FB5-0F8568FB1351}" type="presOf" srcId="{53ADF2C8-30D1-48E5-B118-A76F2CB014DC}" destId="{359A236D-E4AB-4C1B-9238-41C2C64C5154}" srcOrd="1" destOrd="0" presId="urn:microsoft.com/office/officeart/2005/8/layout/lProcess2"/>
    <dgm:cxn modelId="{3A1544C8-CC7A-4CEE-9791-D9561DDCB097}" srcId="{01ABECF3-3D9A-45F5-B577-328BC881021B}" destId="{F23FCF3A-F42D-421D-B5AD-5D9F42620C3F}" srcOrd="1" destOrd="0" parTransId="{3E6CA7C5-A798-4B2C-AF3C-E123BB26B5CF}" sibTransId="{200B351B-C702-4F65-ADB6-F2D42BF0A5D8}"/>
    <dgm:cxn modelId="{C78EFECC-72B2-4422-8676-2F1AEE447A11}" srcId="{AF28BAA0-279B-4252-825C-1AFB643B4605}" destId="{CF5366A9-7478-4255-83A1-A247C6200DFA}" srcOrd="1" destOrd="0" parTransId="{4AC8C568-7562-46DD-89E9-72703140F01D}" sibTransId="{CF74460D-F4DE-4812-B090-36C6552B67F0}"/>
    <dgm:cxn modelId="{CB5813E1-108D-42BD-B72D-6D5E91F1A8C7}" type="presOf" srcId="{AF28BAA0-279B-4252-825C-1AFB643B4605}" destId="{77F494F2-C5E9-4EE4-ABA7-CF78A3547965}" srcOrd="0" destOrd="0" presId="urn:microsoft.com/office/officeart/2005/8/layout/lProcess2"/>
    <dgm:cxn modelId="{169ECAE3-21CC-42D0-ACC9-A6F8C52BD9AB}" srcId="{01ABECF3-3D9A-45F5-B577-328BC881021B}" destId="{662945D8-30D6-4826-B390-654D98A16E42}" srcOrd="2" destOrd="0" parTransId="{069501E9-9BB6-47E8-A62D-E43DBB6641A5}" sibTransId="{FE388D1F-7521-47BD-9274-AA32556E73D4}"/>
    <dgm:cxn modelId="{525E3BE6-7085-456C-A73F-A662ABEDC1C2}" srcId="{A6AB0D98-7470-404D-989C-D3FE15948EA4}" destId="{23A8CC76-C1E6-49DA-B8D8-A12F7ECEA040}" srcOrd="0" destOrd="0" parTransId="{685C0008-FC02-47AB-B5A9-217E629A6D7A}" sibTransId="{8BAAB16C-F88E-44BD-98FE-59A0163DA0A0}"/>
    <dgm:cxn modelId="{B62A28F3-11F9-466A-837E-15B432270597}" type="presOf" srcId="{5EA9C4AD-2B10-4C62-A385-E96468FB560C}" destId="{A59CAA8F-04C7-4506-ABDA-BB351020B050}" srcOrd="0" destOrd="1" presId="urn:microsoft.com/office/officeart/2005/8/layout/lProcess2"/>
    <dgm:cxn modelId="{345999F5-770E-4202-8655-AB70C8DCC8CC}" srcId="{01ABECF3-3D9A-45F5-B577-328BC881021B}" destId="{3BCB1B1D-EF12-4460-8598-E8D8B1F47868}" srcOrd="0" destOrd="0" parTransId="{854A428B-2D0C-4184-928E-94F2458016AA}" sibTransId="{D460AA13-D00C-47E7-B103-6F4FF0667778}"/>
    <dgm:cxn modelId="{EB6DADF6-BCBD-4C8E-A718-52CC14D81E69}" type="presOf" srcId="{A6AB0D98-7470-404D-989C-D3FE15948EA4}" destId="{5BDADDD1-1592-4B97-A7EB-C3E0D18F93D1}" srcOrd="1" destOrd="0" presId="urn:microsoft.com/office/officeart/2005/8/layout/lProcess2"/>
    <dgm:cxn modelId="{06EE0517-CD19-4BA4-84A7-F983F22BB78C}" type="presParOf" srcId="{77F494F2-C5E9-4EE4-ABA7-CF78A3547965}" destId="{7494596F-950E-404F-8E84-FEBEEC053675}" srcOrd="0" destOrd="0" presId="urn:microsoft.com/office/officeart/2005/8/layout/lProcess2"/>
    <dgm:cxn modelId="{2D0CE771-6753-4133-B364-AE4C73F77C01}" type="presParOf" srcId="{7494596F-950E-404F-8E84-FEBEEC053675}" destId="{4D917153-C0DF-4CB2-B3E9-5C3536D678DA}" srcOrd="0" destOrd="0" presId="urn:microsoft.com/office/officeart/2005/8/layout/lProcess2"/>
    <dgm:cxn modelId="{413857C4-291E-421A-8AD1-2B2233281814}" type="presParOf" srcId="{7494596F-950E-404F-8E84-FEBEEC053675}" destId="{5BDADDD1-1592-4B97-A7EB-C3E0D18F93D1}" srcOrd="1" destOrd="0" presId="urn:microsoft.com/office/officeart/2005/8/layout/lProcess2"/>
    <dgm:cxn modelId="{CC9A19A8-3EF7-41A6-ABEA-224551A64D83}" type="presParOf" srcId="{7494596F-950E-404F-8E84-FEBEEC053675}" destId="{EC11EF86-CDE1-432B-AFAF-F0E9DC105071}" srcOrd="2" destOrd="0" presId="urn:microsoft.com/office/officeart/2005/8/layout/lProcess2"/>
    <dgm:cxn modelId="{DAA7EAFA-3A38-41B7-9EDD-F92789602C4A}" type="presParOf" srcId="{EC11EF86-CDE1-432B-AFAF-F0E9DC105071}" destId="{04861D45-9AA8-4106-939E-45A98981CBDB}" srcOrd="0" destOrd="0" presId="urn:microsoft.com/office/officeart/2005/8/layout/lProcess2"/>
    <dgm:cxn modelId="{BF3E5231-C71F-4B22-97AB-78F93AB50BED}" type="presParOf" srcId="{04861D45-9AA8-4106-939E-45A98981CBDB}" destId="{2DA4B26D-80C3-4710-8C94-AFAC7DE35EFD}" srcOrd="0" destOrd="0" presId="urn:microsoft.com/office/officeart/2005/8/layout/lProcess2"/>
    <dgm:cxn modelId="{0907C926-1CC9-4D52-8A55-33EA6EDF1CCB}" type="presParOf" srcId="{77F494F2-C5E9-4EE4-ABA7-CF78A3547965}" destId="{508BA81A-9CEC-4434-990D-820B5FD4E50E}" srcOrd="1" destOrd="0" presId="urn:microsoft.com/office/officeart/2005/8/layout/lProcess2"/>
    <dgm:cxn modelId="{AF73D90B-4ADE-4E75-9062-1951F18259D8}" type="presParOf" srcId="{77F494F2-C5E9-4EE4-ABA7-CF78A3547965}" destId="{1CF1CB65-E2E7-4D1B-A8B7-19603A483815}" srcOrd="2" destOrd="0" presId="urn:microsoft.com/office/officeart/2005/8/layout/lProcess2"/>
    <dgm:cxn modelId="{A591DEC7-9898-481F-A636-04066B1F36E8}" type="presParOf" srcId="{1CF1CB65-E2E7-4D1B-A8B7-19603A483815}" destId="{BB4FFB18-E860-413D-856B-E3A2A4BED2BC}" srcOrd="0" destOrd="0" presId="urn:microsoft.com/office/officeart/2005/8/layout/lProcess2"/>
    <dgm:cxn modelId="{BBB0C9CD-B3DB-4275-818C-ED9A76D2F1A7}" type="presParOf" srcId="{1CF1CB65-E2E7-4D1B-A8B7-19603A483815}" destId="{CCCE91AE-72F0-4A3F-8FD9-43BAA9A71E33}" srcOrd="1" destOrd="0" presId="urn:microsoft.com/office/officeart/2005/8/layout/lProcess2"/>
    <dgm:cxn modelId="{2CF40882-2CDE-45C8-A643-506AD3BBD5F3}" type="presParOf" srcId="{1CF1CB65-E2E7-4D1B-A8B7-19603A483815}" destId="{7E79FA59-C9CA-4B39-84F8-6BF33DC36446}" srcOrd="2" destOrd="0" presId="urn:microsoft.com/office/officeart/2005/8/layout/lProcess2"/>
    <dgm:cxn modelId="{4D8174E3-9E54-4302-86F8-37549D93A8E0}" type="presParOf" srcId="{7E79FA59-C9CA-4B39-84F8-6BF33DC36446}" destId="{8130DD76-B24B-437C-9828-B4C5E5A0A8D1}" srcOrd="0" destOrd="0" presId="urn:microsoft.com/office/officeart/2005/8/layout/lProcess2"/>
    <dgm:cxn modelId="{5A3F9F56-1BF9-41DB-96E7-5925E58453F7}" type="presParOf" srcId="{8130DD76-B24B-437C-9828-B4C5E5A0A8D1}" destId="{B6BBF564-39B9-473C-AAC3-C409DF8B5247}" srcOrd="0" destOrd="0" presId="urn:microsoft.com/office/officeart/2005/8/layout/lProcess2"/>
    <dgm:cxn modelId="{3D1F6DF4-AD31-47C3-BB59-39E4D1CE6976}" type="presParOf" srcId="{77F494F2-C5E9-4EE4-ABA7-CF78A3547965}" destId="{1AFB3BEB-7CF5-447B-9F41-53A5813ECB2F}" srcOrd="3" destOrd="0" presId="urn:microsoft.com/office/officeart/2005/8/layout/lProcess2"/>
    <dgm:cxn modelId="{9D73F114-C1EB-4986-BB0B-7809E1F4BF63}" type="presParOf" srcId="{77F494F2-C5E9-4EE4-ABA7-CF78A3547965}" destId="{C5151377-6650-4C44-8B72-C9F065778542}" srcOrd="4" destOrd="0" presId="urn:microsoft.com/office/officeart/2005/8/layout/lProcess2"/>
    <dgm:cxn modelId="{F887B88D-0CBD-401B-B215-6A678544EE13}" type="presParOf" srcId="{C5151377-6650-4C44-8B72-C9F065778542}" destId="{07F724CD-C09C-4D72-BF5D-0DDCFC88915A}" srcOrd="0" destOrd="0" presId="urn:microsoft.com/office/officeart/2005/8/layout/lProcess2"/>
    <dgm:cxn modelId="{41E8977A-AED3-4475-B923-D079AF513602}" type="presParOf" srcId="{C5151377-6650-4C44-8B72-C9F065778542}" destId="{359A236D-E4AB-4C1B-9238-41C2C64C5154}" srcOrd="1" destOrd="0" presId="urn:microsoft.com/office/officeart/2005/8/layout/lProcess2"/>
    <dgm:cxn modelId="{A7D7AB11-8326-4CCE-A980-D4736A412593}" type="presParOf" srcId="{C5151377-6650-4C44-8B72-C9F065778542}" destId="{DAB18B67-0AA2-4124-BB38-BB6FE0EAFEB5}" srcOrd="2" destOrd="0" presId="urn:microsoft.com/office/officeart/2005/8/layout/lProcess2"/>
    <dgm:cxn modelId="{5F887BDE-D909-498E-A82C-4467EDBB0E1C}" type="presParOf" srcId="{DAB18B67-0AA2-4124-BB38-BB6FE0EAFEB5}" destId="{4E7F4100-3FB2-487B-9816-22E93641EB71}" srcOrd="0" destOrd="0" presId="urn:microsoft.com/office/officeart/2005/8/layout/lProcess2"/>
    <dgm:cxn modelId="{06DAA047-8090-4C6B-8A25-B4649704B4C9}" type="presParOf" srcId="{4E7F4100-3FB2-487B-9816-22E93641EB71}" destId="{A52B50E1-6FD4-46CB-9DC9-184FF8ED5C36}" srcOrd="0" destOrd="0" presId="urn:microsoft.com/office/officeart/2005/8/layout/lProcess2"/>
    <dgm:cxn modelId="{F38CCDEA-CF2F-4F9B-B932-66592FEA6ECC}" type="presParOf" srcId="{77F494F2-C5E9-4EE4-ABA7-CF78A3547965}" destId="{8F344901-F4F4-4B5E-8006-18A79E3D8C63}" srcOrd="5" destOrd="0" presId="urn:microsoft.com/office/officeart/2005/8/layout/lProcess2"/>
    <dgm:cxn modelId="{FA2E5C7A-E7FC-480C-BB19-1F0940CF25C8}" type="presParOf" srcId="{77F494F2-C5E9-4EE4-ABA7-CF78A3547965}" destId="{B6679C9D-9ED8-448C-922A-A28F31A6E1ED}" srcOrd="6" destOrd="0" presId="urn:microsoft.com/office/officeart/2005/8/layout/lProcess2"/>
    <dgm:cxn modelId="{4C98A7EA-1577-4D2A-9960-856CE9A4E4F0}" type="presParOf" srcId="{B6679C9D-9ED8-448C-922A-A28F31A6E1ED}" destId="{334AEF1B-60AD-41DB-A0E4-3D6898571F80}" srcOrd="0" destOrd="0" presId="urn:microsoft.com/office/officeart/2005/8/layout/lProcess2"/>
    <dgm:cxn modelId="{31125E47-50CB-4B87-953E-CCA5E23CA25D}" type="presParOf" srcId="{B6679C9D-9ED8-448C-922A-A28F31A6E1ED}" destId="{C5514698-A962-4F89-8465-384F38D4465B}" srcOrd="1" destOrd="0" presId="urn:microsoft.com/office/officeart/2005/8/layout/lProcess2"/>
    <dgm:cxn modelId="{5DC91573-A406-4A0F-8B11-8BF340BD14B5}" type="presParOf" srcId="{B6679C9D-9ED8-448C-922A-A28F31A6E1ED}" destId="{A29ACAC1-A924-48D6-8B15-98EE6BF385A7}" srcOrd="2" destOrd="0" presId="urn:microsoft.com/office/officeart/2005/8/layout/lProcess2"/>
    <dgm:cxn modelId="{B5F68DDD-88B3-4540-98E0-2D23C3976165}" type="presParOf" srcId="{A29ACAC1-A924-48D6-8B15-98EE6BF385A7}" destId="{21C64013-3E2B-46D4-A201-36226AC5221F}" srcOrd="0" destOrd="0" presId="urn:microsoft.com/office/officeart/2005/8/layout/lProcess2"/>
    <dgm:cxn modelId="{386D3AC2-113E-4917-9D37-3F17D5268117}" type="presParOf" srcId="{21C64013-3E2B-46D4-A201-36226AC5221F}" destId="{A59CAA8F-04C7-4506-ABDA-BB351020B050}" srcOrd="0" destOrd="0" presId="urn:microsoft.com/office/officeart/2005/8/layout/l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ADD050A-B35C-4DA7-BA9D-BA15390E9D6B}" type="doc">
      <dgm:prSet loTypeId="urn:microsoft.com/office/officeart/2008/layout/VerticalCurvedList" loCatId="list" qsTypeId="urn:microsoft.com/office/officeart/2005/8/quickstyle/simple1" qsCatId="simple" csTypeId="urn:microsoft.com/office/officeart/2005/8/colors/colorful1" csCatId="colorful" phldr="1"/>
      <dgm:spPr/>
      <dgm:t>
        <a:bodyPr/>
        <a:lstStyle/>
        <a:p>
          <a:endParaRPr lang="en-US"/>
        </a:p>
      </dgm:t>
    </dgm:pt>
    <dgm:pt modelId="{C6F3E465-E7A5-4933-BA68-DF37FF0054D0}">
      <dgm:prSet phldrT="[Text]"/>
      <dgm:spPr/>
      <dgm:t>
        <a:bodyPr/>
        <a:lstStyle/>
        <a:p>
          <a:r>
            <a:rPr lang="en-US" dirty="0"/>
            <a:t>1. Who are you?</a:t>
          </a:r>
        </a:p>
      </dgm:t>
    </dgm:pt>
    <dgm:pt modelId="{D09E591C-4B97-4592-AEB2-59EC1109F88D}" type="parTrans" cxnId="{328AE2C1-D768-4969-BBA6-991987300437}">
      <dgm:prSet/>
      <dgm:spPr/>
      <dgm:t>
        <a:bodyPr/>
        <a:lstStyle/>
        <a:p>
          <a:endParaRPr lang="en-US"/>
        </a:p>
      </dgm:t>
    </dgm:pt>
    <dgm:pt modelId="{F59E21C8-5AFD-4FC4-81DD-AB2A0B838BFF}" type="sibTrans" cxnId="{328AE2C1-D768-4969-BBA6-991987300437}">
      <dgm:prSet/>
      <dgm:spPr/>
      <dgm:t>
        <a:bodyPr/>
        <a:lstStyle/>
        <a:p>
          <a:endParaRPr lang="en-US"/>
        </a:p>
      </dgm:t>
    </dgm:pt>
    <dgm:pt modelId="{7FCA29D8-C7A7-4575-AB5E-DAC568C4BD4D}">
      <dgm:prSet/>
      <dgm:spPr/>
      <dgm:t>
        <a:bodyPr/>
        <a:lstStyle/>
        <a:p>
          <a:r>
            <a:rPr lang="en-US" dirty="0"/>
            <a:t>2. What have you been doing?</a:t>
          </a:r>
        </a:p>
      </dgm:t>
    </dgm:pt>
    <dgm:pt modelId="{C6CC8DCD-22C4-4AD8-B90F-434134E82B40}" type="parTrans" cxnId="{220AF268-D6CD-430B-8539-520E08E91356}">
      <dgm:prSet/>
      <dgm:spPr/>
      <dgm:t>
        <a:bodyPr/>
        <a:lstStyle/>
        <a:p>
          <a:endParaRPr lang="en-US"/>
        </a:p>
      </dgm:t>
    </dgm:pt>
    <dgm:pt modelId="{FBF2C3D5-CD17-4DA7-8377-DC9EAC7CC971}" type="sibTrans" cxnId="{220AF268-D6CD-430B-8539-520E08E91356}">
      <dgm:prSet/>
      <dgm:spPr/>
      <dgm:t>
        <a:bodyPr/>
        <a:lstStyle/>
        <a:p>
          <a:endParaRPr lang="en-US"/>
        </a:p>
      </dgm:t>
    </dgm:pt>
    <dgm:pt modelId="{CEAB8640-8AFC-4ACB-B8C6-E43D6471FEB8}">
      <dgm:prSet/>
      <dgm:spPr/>
      <dgm:t>
        <a:bodyPr/>
        <a:lstStyle/>
        <a:p>
          <a:r>
            <a:rPr lang="en-US" dirty="0"/>
            <a:t>3. What are you good at?</a:t>
          </a:r>
        </a:p>
      </dgm:t>
    </dgm:pt>
    <dgm:pt modelId="{21259710-F186-48DB-8C0C-0FD564B07A4E}" type="parTrans" cxnId="{56A39FE8-BC08-4EC1-A74C-992FF4744556}">
      <dgm:prSet/>
      <dgm:spPr/>
      <dgm:t>
        <a:bodyPr/>
        <a:lstStyle/>
        <a:p>
          <a:endParaRPr lang="en-US"/>
        </a:p>
      </dgm:t>
    </dgm:pt>
    <dgm:pt modelId="{6AE4F2F2-0CE8-44A2-9085-8FEEA415C49C}" type="sibTrans" cxnId="{56A39FE8-BC08-4EC1-A74C-992FF4744556}">
      <dgm:prSet/>
      <dgm:spPr/>
      <dgm:t>
        <a:bodyPr/>
        <a:lstStyle/>
        <a:p>
          <a:endParaRPr lang="en-US"/>
        </a:p>
      </dgm:t>
    </dgm:pt>
    <dgm:pt modelId="{B9F4CF59-CD73-4965-A550-61937EE76287}">
      <dgm:prSet/>
      <dgm:spPr/>
      <dgm:t>
        <a:bodyPr/>
        <a:lstStyle/>
        <a:p>
          <a:r>
            <a:rPr lang="en-US"/>
            <a:t>4. What makes you special?</a:t>
          </a:r>
          <a:endParaRPr lang="en-US" dirty="0"/>
        </a:p>
      </dgm:t>
    </dgm:pt>
    <dgm:pt modelId="{55DF182B-AB12-48A2-97E0-02EF9A922715}" type="parTrans" cxnId="{C9BD64AF-66A2-4E04-BB29-C07694F7FD99}">
      <dgm:prSet/>
      <dgm:spPr/>
      <dgm:t>
        <a:bodyPr/>
        <a:lstStyle/>
        <a:p>
          <a:endParaRPr lang="en-US"/>
        </a:p>
      </dgm:t>
    </dgm:pt>
    <dgm:pt modelId="{E8BCC407-7D2F-4AC0-8666-720C492A4258}" type="sibTrans" cxnId="{C9BD64AF-66A2-4E04-BB29-C07694F7FD99}">
      <dgm:prSet/>
      <dgm:spPr/>
      <dgm:t>
        <a:bodyPr/>
        <a:lstStyle/>
        <a:p>
          <a:endParaRPr lang="en-US"/>
        </a:p>
      </dgm:t>
    </dgm:pt>
    <dgm:pt modelId="{4811BA99-25DB-4514-8D1F-D88E6E067A1C}">
      <dgm:prSet/>
      <dgm:spPr/>
      <dgm:t>
        <a:bodyPr/>
        <a:lstStyle/>
        <a:p>
          <a:r>
            <a:rPr lang="en-US"/>
            <a:t>5. What is your objective?</a:t>
          </a:r>
          <a:endParaRPr lang="en-US" dirty="0"/>
        </a:p>
      </dgm:t>
    </dgm:pt>
    <dgm:pt modelId="{CE35C98A-CD38-4C3F-80D6-8FF5272D0C42}" type="parTrans" cxnId="{8006C5C1-ECCD-4768-A428-61303A71A5D3}">
      <dgm:prSet/>
      <dgm:spPr/>
      <dgm:t>
        <a:bodyPr/>
        <a:lstStyle/>
        <a:p>
          <a:endParaRPr lang="en-US"/>
        </a:p>
      </dgm:t>
    </dgm:pt>
    <dgm:pt modelId="{6EAF4181-71AC-47F0-954B-5439068505F2}" type="sibTrans" cxnId="{8006C5C1-ECCD-4768-A428-61303A71A5D3}">
      <dgm:prSet/>
      <dgm:spPr/>
      <dgm:t>
        <a:bodyPr/>
        <a:lstStyle/>
        <a:p>
          <a:endParaRPr lang="en-US"/>
        </a:p>
      </dgm:t>
    </dgm:pt>
    <dgm:pt modelId="{2F045FAB-8DBF-4810-8D57-F4724C1AC380}" type="pres">
      <dgm:prSet presAssocID="{6ADD050A-B35C-4DA7-BA9D-BA15390E9D6B}" presName="Name0" presStyleCnt="0">
        <dgm:presLayoutVars>
          <dgm:chMax val="7"/>
          <dgm:chPref val="7"/>
          <dgm:dir/>
        </dgm:presLayoutVars>
      </dgm:prSet>
      <dgm:spPr/>
    </dgm:pt>
    <dgm:pt modelId="{73B58B89-0787-413A-8C40-67444D0F48CF}" type="pres">
      <dgm:prSet presAssocID="{6ADD050A-B35C-4DA7-BA9D-BA15390E9D6B}" presName="Name1" presStyleCnt="0"/>
      <dgm:spPr/>
    </dgm:pt>
    <dgm:pt modelId="{0DC8E394-F35A-4A13-86FE-3B846EE18905}" type="pres">
      <dgm:prSet presAssocID="{6ADD050A-B35C-4DA7-BA9D-BA15390E9D6B}" presName="cycle" presStyleCnt="0"/>
      <dgm:spPr/>
    </dgm:pt>
    <dgm:pt modelId="{DAFBDB5F-F80E-4E0E-A803-C017C191EE27}" type="pres">
      <dgm:prSet presAssocID="{6ADD050A-B35C-4DA7-BA9D-BA15390E9D6B}" presName="srcNode" presStyleLbl="node1" presStyleIdx="0" presStyleCnt="5"/>
      <dgm:spPr/>
    </dgm:pt>
    <dgm:pt modelId="{1CDEBC6A-B400-4A07-8B2D-208F7BDFBFE2}" type="pres">
      <dgm:prSet presAssocID="{6ADD050A-B35C-4DA7-BA9D-BA15390E9D6B}" presName="conn" presStyleLbl="parChTrans1D2" presStyleIdx="0" presStyleCnt="1"/>
      <dgm:spPr/>
    </dgm:pt>
    <dgm:pt modelId="{22F0564B-2967-47B6-ACA6-6004D01DF61F}" type="pres">
      <dgm:prSet presAssocID="{6ADD050A-B35C-4DA7-BA9D-BA15390E9D6B}" presName="extraNode" presStyleLbl="node1" presStyleIdx="0" presStyleCnt="5"/>
      <dgm:spPr/>
    </dgm:pt>
    <dgm:pt modelId="{9B1B44C5-8227-4158-A0A9-859A5EE2B677}" type="pres">
      <dgm:prSet presAssocID="{6ADD050A-B35C-4DA7-BA9D-BA15390E9D6B}" presName="dstNode" presStyleLbl="node1" presStyleIdx="0" presStyleCnt="5"/>
      <dgm:spPr/>
    </dgm:pt>
    <dgm:pt modelId="{B102B7D2-7D56-4501-A376-A5376D5A0E40}" type="pres">
      <dgm:prSet presAssocID="{C6F3E465-E7A5-4933-BA68-DF37FF0054D0}" presName="text_1" presStyleLbl="node1" presStyleIdx="0" presStyleCnt="5">
        <dgm:presLayoutVars>
          <dgm:bulletEnabled val="1"/>
        </dgm:presLayoutVars>
      </dgm:prSet>
      <dgm:spPr/>
    </dgm:pt>
    <dgm:pt modelId="{F7FE543D-9822-42D3-93AD-55FDC029847E}" type="pres">
      <dgm:prSet presAssocID="{C6F3E465-E7A5-4933-BA68-DF37FF0054D0}" presName="accent_1" presStyleCnt="0"/>
      <dgm:spPr/>
    </dgm:pt>
    <dgm:pt modelId="{C7EB38BB-52DF-4EB4-97B8-8175CE715E12}" type="pres">
      <dgm:prSet presAssocID="{C6F3E465-E7A5-4933-BA68-DF37FF0054D0}" presName="accentRepeatNode" presStyleLbl="solidFgAcc1" presStyleIdx="0" presStyleCnt="5"/>
      <dgm:spPr/>
    </dgm:pt>
    <dgm:pt modelId="{AE1A4B77-4A29-4A05-A66A-840C531C73A7}" type="pres">
      <dgm:prSet presAssocID="{7FCA29D8-C7A7-4575-AB5E-DAC568C4BD4D}" presName="text_2" presStyleLbl="node1" presStyleIdx="1" presStyleCnt="5">
        <dgm:presLayoutVars>
          <dgm:bulletEnabled val="1"/>
        </dgm:presLayoutVars>
      </dgm:prSet>
      <dgm:spPr/>
    </dgm:pt>
    <dgm:pt modelId="{81AB2E3A-658B-4B77-AD10-B31BA6172970}" type="pres">
      <dgm:prSet presAssocID="{7FCA29D8-C7A7-4575-AB5E-DAC568C4BD4D}" presName="accent_2" presStyleCnt="0"/>
      <dgm:spPr/>
    </dgm:pt>
    <dgm:pt modelId="{598F9DF8-BCBE-4D58-BAA3-43DA4CDA850F}" type="pres">
      <dgm:prSet presAssocID="{7FCA29D8-C7A7-4575-AB5E-DAC568C4BD4D}" presName="accentRepeatNode" presStyleLbl="solidFgAcc1" presStyleIdx="1" presStyleCnt="5"/>
      <dgm:spPr/>
    </dgm:pt>
    <dgm:pt modelId="{18CDE1B5-9C27-4F18-91DA-C8A0C371B2BA}" type="pres">
      <dgm:prSet presAssocID="{CEAB8640-8AFC-4ACB-B8C6-E43D6471FEB8}" presName="text_3" presStyleLbl="node1" presStyleIdx="2" presStyleCnt="5">
        <dgm:presLayoutVars>
          <dgm:bulletEnabled val="1"/>
        </dgm:presLayoutVars>
      </dgm:prSet>
      <dgm:spPr/>
    </dgm:pt>
    <dgm:pt modelId="{018CCDB0-6F45-4409-8DD2-6C3BEA1FAEB3}" type="pres">
      <dgm:prSet presAssocID="{CEAB8640-8AFC-4ACB-B8C6-E43D6471FEB8}" presName="accent_3" presStyleCnt="0"/>
      <dgm:spPr/>
    </dgm:pt>
    <dgm:pt modelId="{221ECB59-17E0-4A25-BC30-0414C287DFA3}" type="pres">
      <dgm:prSet presAssocID="{CEAB8640-8AFC-4ACB-B8C6-E43D6471FEB8}" presName="accentRepeatNode" presStyleLbl="solidFgAcc1" presStyleIdx="2" presStyleCnt="5"/>
      <dgm:spPr/>
    </dgm:pt>
    <dgm:pt modelId="{80F4620B-4042-44D2-A82D-06FF90A8903F}" type="pres">
      <dgm:prSet presAssocID="{B9F4CF59-CD73-4965-A550-61937EE76287}" presName="text_4" presStyleLbl="node1" presStyleIdx="3" presStyleCnt="5">
        <dgm:presLayoutVars>
          <dgm:bulletEnabled val="1"/>
        </dgm:presLayoutVars>
      </dgm:prSet>
      <dgm:spPr/>
    </dgm:pt>
    <dgm:pt modelId="{0FCFE30F-6B85-4B10-9B76-44CE89785F0A}" type="pres">
      <dgm:prSet presAssocID="{B9F4CF59-CD73-4965-A550-61937EE76287}" presName="accent_4" presStyleCnt="0"/>
      <dgm:spPr/>
    </dgm:pt>
    <dgm:pt modelId="{AE474DB6-3167-433B-B570-8F0D6EB10FBE}" type="pres">
      <dgm:prSet presAssocID="{B9F4CF59-CD73-4965-A550-61937EE76287}" presName="accentRepeatNode" presStyleLbl="solidFgAcc1" presStyleIdx="3" presStyleCnt="5"/>
      <dgm:spPr/>
    </dgm:pt>
    <dgm:pt modelId="{F55983AC-C616-489B-A8DA-A14487BB29A5}" type="pres">
      <dgm:prSet presAssocID="{4811BA99-25DB-4514-8D1F-D88E6E067A1C}" presName="text_5" presStyleLbl="node1" presStyleIdx="4" presStyleCnt="5">
        <dgm:presLayoutVars>
          <dgm:bulletEnabled val="1"/>
        </dgm:presLayoutVars>
      </dgm:prSet>
      <dgm:spPr/>
    </dgm:pt>
    <dgm:pt modelId="{AA080123-7D0A-40DF-A2DE-306E76E1FCDA}" type="pres">
      <dgm:prSet presAssocID="{4811BA99-25DB-4514-8D1F-D88E6E067A1C}" presName="accent_5" presStyleCnt="0"/>
      <dgm:spPr/>
    </dgm:pt>
    <dgm:pt modelId="{19A11ED4-9082-44D5-9D2D-CEDA134A1E4C}" type="pres">
      <dgm:prSet presAssocID="{4811BA99-25DB-4514-8D1F-D88E6E067A1C}" presName="accentRepeatNode" presStyleLbl="solidFgAcc1" presStyleIdx="4" presStyleCnt="5"/>
      <dgm:spPr/>
    </dgm:pt>
  </dgm:ptLst>
  <dgm:cxnLst>
    <dgm:cxn modelId="{E945323E-D608-41FA-8040-0B54DF91D9CC}" type="presOf" srcId="{6ADD050A-B35C-4DA7-BA9D-BA15390E9D6B}" destId="{2F045FAB-8DBF-4810-8D57-F4724C1AC380}" srcOrd="0" destOrd="0" presId="urn:microsoft.com/office/officeart/2008/layout/VerticalCurvedList"/>
    <dgm:cxn modelId="{220AF268-D6CD-430B-8539-520E08E91356}" srcId="{6ADD050A-B35C-4DA7-BA9D-BA15390E9D6B}" destId="{7FCA29D8-C7A7-4575-AB5E-DAC568C4BD4D}" srcOrd="1" destOrd="0" parTransId="{C6CC8DCD-22C4-4AD8-B90F-434134E82B40}" sibTransId="{FBF2C3D5-CD17-4DA7-8377-DC9EAC7CC971}"/>
    <dgm:cxn modelId="{EDD0DC6B-74E4-4D4A-98B6-DC5152D52856}" type="presOf" srcId="{B9F4CF59-CD73-4965-A550-61937EE76287}" destId="{80F4620B-4042-44D2-A82D-06FF90A8903F}" srcOrd="0" destOrd="0" presId="urn:microsoft.com/office/officeart/2008/layout/VerticalCurvedList"/>
    <dgm:cxn modelId="{2E509587-9404-4B0B-9369-CD05D30F10AB}" type="presOf" srcId="{F59E21C8-5AFD-4FC4-81DD-AB2A0B838BFF}" destId="{1CDEBC6A-B400-4A07-8B2D-208F7BDFBFE2}" srcOrd="0" destOrd="0" presId="urn:microsoft.com/office/officeart/2008/layout/VerticalCurvedList"/>
    <dgm:cxn modelId="{3720ECAB-92E3-478A-A013-DA1AA0F1CDA8}" type="presOf" srcId="{4811BA99-25DB-4514-8D1F-D88E6E067A1C}" destId="{F55983AC-C616-489B-A8DA-A14487BB29A5}" srcOrd="0" destOrd="0" presId="urn:microsoft.com/office/officeart/2008/layout/VerticalCurvedList"/>
    <dgm:cxn modelId="{C9BD64AF-66A2-4E04-BB29-C07694F7FD99}" srcId="{6ADD050A-B35C-4DA7-BA9D-BA15390E9D6B}" destId="{B9F4CF59-CD73-4965-A550-61937EE76287}" srcOrd="3" destOrd="0" parTransId="{55DF182B-AB12-48A2-97E0-02EF9A922715}" sibTransId="{E8BCC407-7D2F-4AC0-8666-720C492A4258}"/>
    <dgm:cxn modelId="{8006C5C1-ECCD-4768-A428-61303A71A5D3}" srcId="{6ADD050A-B35C-4DA7-BA9D-BA15390E9D6B}" destId="{4811BA99-25DB-4514-8D1F-D88E6E067A1C}" srcOrd="4" destOrd="0" parTransId="{CE35C98A-CD38-4C3F-80D6-8FF5272D0C42}" sibTransId="{6EAF4181-71AC-47F0-954B-5439068505F2}"/>
    <dgm:cxn modelId="{328AE2C1-D768-4969-BBA6-991987300437}" srcId="{6ADD050A-B35C-4DA7-BA9D-BA15390E9D6B}" destId="{C6F3E465-E7A5-4933-BA68-DF37FF0054D0}" srcOrd="0" destOrd="0" parTransId="{D09E591C-4B97-4592-AEB2-59EC1109F88D}" sibTransId="{F59E21C8-5AFD-4FC4-81DD-AB2A0B838BFF}"/>
    <dgm:cxn modelId="{219359C3-4CA7-47EE-9C68-C2AB00C979B1}" type="presOf" srcId="{CEAB8640-8AFC-4ACB-B8C6-E43D6471FEB8}" destId="{18CDE1B5-9C27-4F18-91DA-C8A0C371B2BA}" srcOrd="0" destOrd="0" presId="urn:microsoft.com/office/officeart/2008/layout/VerticalCurvedList"/>
    <dgm:cxn modelId="{56A39FE8-BC08-4EC1-A74C-992FF4744556}" srcId="{6ADD050A-B35C-4DA7-BA9D-BA15390E9D6B}" destId="{CEAB8640-8AFC-4ACB-B8C6-E43D6471FEB8}" srcOrd="2" destOrd="0" parTransId="{21259710-F186-48DB-8C0C-0FD564B07A4E}" sibTransId="{6AE4F2F2-0CE8-44A2-9085-8FEEA415C49C}"/>
    <dgm:cxn modelId="{194B77F9-CD1C-4B2C-B68E-46A3007EBE0A}" type="presOf" srcId="{7FCA29D8-C7A7-4575-AB5E-DAC568C4BD4D}" destId="{AE1A4B77-4A29-4A05-A66A-840C531C73A7}" srcOrd="0" destOrd="0" presId="urn:microsoft.com/office/officeart/2008/layout/VerticalCurvedList"/>
    <dgm:cxn modelId="{2903ADFF-D99D-47B7-9060-2F55D741F90B}" type="presOf" srcId="{C6F3E465-E7A5-4933-BA68-DF37FF0054D0}" destId="{B102B7D2-7D56-4501-A376-A5376D5A0E40}" srcOrd="0" destOrd="0" presId="urn:microsoft.com/office/officeart/2008/layout/VerticalCurvedList"/>
    <dgm:cxn modelId="{3DD903DA-FA00-403B-AE66-D3F184EEF269}" type="presParOf" srcId="{2F045FAB-8DBF-4810-8D57-F4724C1AC380}" destId="{73B58B89-0787-413A-8C40-67444D0F48CF}" srcOrd="0" destOrd="0" presId="urn:microsoft.com/office/officeart/2008/layout/VerticalCurvedList"/>
    <dgm:cxn modelId="{976FC65E-D979-40D1-8EE9-13673C2AE64D}" type="presParOf" srcId="{73B58B89-0787-413A-8C40-67444D0F48CF}" destId="{0DC8E394-F35A-4A13-86FE-3B846EE18905}" srcOrd="0" destOrd="0" presId="urn:microsoft.com/office/officeart/2008/layout/VerticalCurvedList"/>
    <dgm:cxn modelId="{F9682F76-4FE6-4B30-9128-722AB04804ED}" type="presParOf" srcId="{0DC8E394-F35A-4A13-86FE-3B846EE18905}" destId="{DAFBDB5F-F80E-4E0E-A803-C017C191EE27}" srcOrd="0" destOrd="0" presId="urn:microsoft.com/office/officeart/2008/layout/VerticalCurvedList"/>
    <dgm:cxn modelId="{8AE5FB21-143E-489B-8E94-AC6E0B15A422}" type="presParOf" srcId="{0DC8E394-F35A-4A13-86FE-3B846EE18905}" destId="{1CDEBC6A-B400-4A07-8B2D-208F7BDFBFE2}" srcOrd="1" destOrd="0" presId="urn:microsoft.com/office/officeart/2008/layout/VerticalCurvedList"/>
    <dgm:cxn modelId="{C1701090-C144-4E18-890A-1729B92ED8B6}" type="presParOf" srcId="{0DC8E394-F35A-4A13-86FE-3B846EE18905}" destId="{22F0564B-2967-47B6-ACA6-6004D01DF61F}" srcOrd="2" destOrd="0" presId="urn:microsoft.com/office/officeart/2008/layout/VerticalCurvedList"/>
    <dgm:cxn modelId="{38643A6B-3C86-4F93-88C4-EC7D7D63CDFE}" type="presParOf" srcId="{0DC8E394-F35A-4A13-86FE-3B846EE18905}" destId="{9B1B44C5-8227-4158-A0A9-859A5EE2B677}" srcOrd="3" destOrd="0" presId="urn:microsoft.com/office/officeart/2008/layout/VerticalCurvedList"/>
    <dgm:cxn modelId="{09773113-3026-44D8-A45A-03342B7EFA1D}" type="presParOf" srcId="{73B58B89-0787-413A-8C40-67444D0F48CF}" destId="{B102B7D2-7D56-4501-A376-A5376D5A0E40}" srcOrd="1" destOrd="0" presId="urn:microsoft.com/office/officeart/2008/layout/VerticalCurvedList"/>
    <dgm:cxn modelId="{DFD77CD1-58BE-42AD-99D3-F57414F920FB}" type="presParOf" srcId="{73B58B89-0787-413A-8C40-67444D0F48CF}" destId="{F7FE543D-9822-42D3-93AD-55FDC029847E}" srcOrd="2" destOrd="0" presId="urn:microsoft.com/office/officeart/2008/layout/VerticalCurvedList"/>
    <dgm:cxn modelId="{E68A2BFA-25BA-4834-B5BB-B12F25945F11}" type="presParOf" srcId="{F7FE543D-9822-42D3-93AD-55FDC029847E}" destId="{C7EB38BB-52DF-4EB4-97B8-8175CE715E12}" srcOrd="0" destOrd="0" presId="urn:microsoft.com/office/officeart/2008/layout/VerticalCurvedList"/>
    <dgm:cxn modelId="{AA75013D-A77F-4B70-AE6C-86146C753068}" type="presParOf" srcId="{73B58B89-0787-413A-8C40-67444D0F48CF}" destId="{AE1A4B77-4A29-4A05-A66A-840C531C73A7}" srcOrd="3" destOrd="0" presId="urn:microsoft.com/office/officeart/2008/layout/VerticalCurvedList"/>
    <dgm:cxn modelId="{22FBB61E-A49F-4074-A32C-DA1FBB7D03B5}" type="presParOf" srcId="{73B58B89-0787-413A-8C40-67444D0F48CF}" destId="{81AB2E3A-658B-4B77-AD10-B31BA6172970}" srcOrd="4" destOrd="0" presId="urn:microsoft.com/office/officeart/2008/layout/VerticalCurvedList"/>
    <dgm:cxn modelId="{CF52259F-FF63-43DF-A0E1-112BD26FC5BB}" type="presParOf" srcId="{81AB2E3A-658B-4B77-AD10-B31BA6172970}" destId="{598F9DF8-BCBE-4D58-BAA3-43DA4CDA850F}" srcOrd="0" destOrd="0" presId="urn:microsoft.com/office/officeart/2008/layout/VerticalCurvedList"/>
    <dgm:cxn modelId="{A301F615-E74F-4FED-9AA5-CADFFE2321A1}" type="presParOf" srcId="{73B58B89-0787-413A-8C40-67444D0F48CF}" destId="{18CDE1B5-9C27-4F18-91DA-C8A0C371B2BA}" srcOrd="5" destOrd="0" presId="urn:microsoft.com/office/officeart/2008/layout/VerticalCurvedList"/>
    <dgm:cxn modelId="{059F4CEF-5E89-4F6F-9A4B-C0FB8685A937}" type="presParOf" srcId="{73B58B89-0787-413A-8C40-67444D0F48CF}" destId="{018CCDB0-6F45-4409-8DD2-6C3BEA1FAEB3}" srcOrd="6" destOrd="0" presId="urn:microsoft.com/office/officeart/2008/layout/VerticalCurvedList"/>
    <dgm:cxn modelId="{055420B7-6864-4F7E-85D5-FDBACEE0E7D0}" type="presParOf" srcId="{018CCDB0-6F45-4409-8DD2-6C3BEA1FAEB3}" destId="{221ECB59-17E0-4A25-BC30-0414C287DFA3}" srcOrd="0" destOrd="0" presId="urn:microsoft.com/office/officeart/2008/layout/VerticalCurvedList"/>
    <dgm:cxn modelId="{DDAA44A8-4E41-43DC-9D52-F272967109B7}" type="presParOf" srcId="{73B58B89-0787-413A-8C40-67444D0F48CF}" destId="{80F4620B-4042-44D2-A82D-06FF90A8903F}" srcOrd="7" destOrd="0" presId="urn:microsoft.com/office/officeart/2008/layout/VerticalCurvedList"/>
    <dgm:cxn modelId="{56CE91B5-947C-4340-A749-2273BF4AE1FE}" type="presParOf" srcId="{73B58B89-0787-413A-8C40-67444D0F48CF}" destId="{0FCFE30F-6B85-4B10-9B76-44CE89785F0A}" srcOrd="8" destOrd="0" presId="urn:microsoft.com/office/officeart/2008/layout/VerticalCurvedList"/>
    <dgm:cxn modelId="{20B44E69-E571-48BA-A9F4-4BA6F36DDB79}" type="presParOf" srcId="{0FCFE30F-6B85-4B10-9B76-44CE89785F0A}" destId="{AE474DB6-3167-433B-B570-8F0D6EB10FBE}" srcOrd="0" destOrd="0" presId="urn:microsoft.com/office/officeart/2008/layout/VerticalCurvedList"/>
    <dgm:cxn modelId="{D221038E-CCF1-427C-97F3-FFA53DE27236}" type="presParOf" srcId="{73B58B89-0787-413A-8C40-67444D0F48CF}" destId="{F55983AC-C616-489B-A8DA-A14487BB29A5}" srcOrd="9" destOrd="0" presId="urn:microsoft.com/office/officeart/2008/layout/VerticalCurvedList"/>
    <dgm:cxn modelId="{4C367E2D-20AF-4C0E-BFC8-518F8910AE22}" type="presParOf" srcId="{73B58B89-0787-413A-8C40-67444D0F48CF}" destId="{AA080123-7D0A-40DF-A2DE-306E76E1FCDA}" srcOrd="10" destOrd="0" presId="urn:microsoft.com/office/officeart/2008/layout/VerticalCurvedList"/>
    <dgm:cxn modelId="{FDAAB89C-D774-4FF1-A1D4-0C67CB1F63F5}" type="presParOf" srcId="{AA080123-7D0A-40DF-A2DE-306E76E1FCDA}" destId="{19A11ED4-9082-44D5-9D2D-CEDA134A1E4C}"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917153-C0DF-4CB2-B3E9-5C3536D678DA}">
      <dsp:nvSpPr>
        <dsp:cNvPr id="0" name=""/>
        <dsp:cNvSpPr/>
      </dsp:nvSpPr>
      <dsp:spPr>
        <a:xfrm>
          <a:off x="2498" y="0"/>
          <a:ext cx="2451645" cy="408744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What is it?</a:t>
          </a:r>
        </a:p>
      </dsp:txBody>
      <dsp:txXfrm>
        <a:off x="2498" y="0"/>
        <a:ext cx="2451645" cy="1226233"/>
      </dsp:txXfrm>
    </dsp:sp>
    <dsp:sp modelId="{2DA4B26D-80C3-4710-8C94-AFAC7DE35EFD}">
      <dsp:nvSpPr>
        <dsp:cNvPr id="0" name=""/>
        <dsp:cNvSpPr/>
      </dsp:nvSpPr>
      <dsp:spPr>
        <a:xfrm>
          <a:off x="247662" y="1226233"/>
          <a:ext cx="1961316" cy="265683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a:t>A quick way to sell yourself when making introductions </a:t>
          </a:r>
        </a:p>
      </dsp:txBody>
      <dsp:txXfrm>
        <a:off x="305107" y="1283678"/>
        <a:ext cx="1846426" cy="2541948"/>
      </dsp:txXfrm>
    </dsp:sp>
    <dsp:sp modelId="{BB4FFB18-E860-413D-856B-E3A2A4BED2BC}">
      <dsp:nvSpPr>
        <dsp:cNvPr id="0" name=""/>
        <dsp:cNvSpPr/>
      </dsp:nvSpPr>
      <dsp:spPr>
        <a:xfrm>
          <a:off x="2638017" y="0"/>
          <a:ext cx="2451645" cy="408744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Why is it important?</a:t>
          </a:r>
        </a:p>
      </dsp:txBody>
      <dsp:txXfrm>
        <a:off x="2638017" y="0"/>
        <a:ext cx="2451645" cy="1226233"/>
      </dsp:txXfrm>
    </dsp:sp>
    <dsp:sp modelId="{B6BBF564-39B9-473C-AAC3-C409DF8B5247}">
      <dsp:nvSpPr>
        <dsp:cNvPr id="0" name=""/>
        <dsp:cNvSpPr/>
      </dsp:nvSpPr>
      <dsp:spPr>
        <a:xfrm>
          <a:off x="2883181" y="1226233"/>
          <a:ext cx="1961316" cy="265683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a:t> Sets the stage for why someone would be interested in learning more about you </a:t>
          </a:r>
        </a:p>
      </dsp:txBody>
      <dsp:txXfrm>
        <a:off x="2940626" y="1283678"/>
        <a:ext cx="1846426" cy="2541948"/>
      </dsp:txXfrm>
    </dsp:sp>
    <dsp:sp modelId="{07F724CD-C09C-4D72-BF5D-0DDCFC88915A}">
      <dsp:nvSpPr>
        <dsp:cNvPr id="0" name=""/>
        <dsp:cNvSpPr/>
      </dsp:nvSpPr>
      <dsp:spPr>
        <a:xfrm>
          <a:off x="5273536" y="0"/>
          <a:ext cx="2451645" cy="408744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When can it be used? </a:t>
          </a:r>
        </a:p>
      </dsp:txBody>
      <dsp:txXfrm>
        <a:off x="5273536" y="0"/>
        <a:ext cx="2451645" cy="1226233"/>
      </dsp:txXfrm>
    </dsp:sp>
    <dsp:sp modelId="{A52B50E1-6FD4-46CB-9DC9-184FF8ED5C36}">
      <dsp:nvSpPr>
        <dsp:cNvPr id="0" name=""/>
        <dsp:cNvSpPr/>
      </dsp:nvSpPr>
      <dsp:spPr>
        <a:xfrm>
          <a:off x="5518700" y="1226233"/>
          <a:ext cx="1961316" cy="265683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t" anchorCtr="0">
          <a:noAutofit/>
        </a:bodyPr>
        <a:lstStyle/>
        <a:p>
          <a:pPr marL="0" lvl="0" indent="0" algn="l" defTabSz="844550">
            <a:lnSpc>
              <a:spcPct val="90000"/>
            </a:lnSpc>
            <a:spcBef>
              <a:spcPct val="0"/>
            </a:spcBef>
            <a:spcAft>
              <a:spcPct val="35000"/>
            </a:spcAft>
            <a:buNone/>
          </a:pPr>
          <a:r>
            <a:rPr lang="en-US" sz="1900" kern="1200" dirty="0"/>
            <a:t>Can be used in a variety of settings </a:t>
          </a:r>
        </a:p>
        <a:p>
          <a:pPr marL="114300" lvl="1" indent="-114300" algn="l" defTabSz="666750">
            <a:lnSpc>
              <a:spcPct val="90000"/>
            </a:lnSpc>
            <a:spcBef>
              <a:spcPct val="0"/>
            </a:spcBef>
            <a:spcAft>
              <a:spcPct val="15000"/>
            </a:spcAft>
            <a:buChar char="•"/>
          </a:pPr>
          <a:r>
            <a:rPr lang="en-US" sz="1500" kern="1200" dirty="0"/>
            <a:t>Professional Conferences </a:t>
          </a:r>
        </a:p>
        <a:p>
          <a:pPr marL="114300" lvl="1" indent="-114300" algn="l" defTabSz="666750">
            <a:lnSpc>
              <a:spcPct val="90000"/>
            </a:lnSpc>
            <a:spcBef>
              <a:spcPct val="0"/>
            </a:spcBef>
            <a:spcAft>
              <a:spcPct val="15000"/>
            </a:spcAft>
            <a:buChar char="•"/>
          </a:pPr>
          <a:r>
            <a:rPr lang="en-US" sz="1500" kern="1200" dirty="0"/>
            <a:t>Informational Interview Requests </a:t>
          </a:r>
        </a:p>
        <a:p>
          <a:pPr marL="114300" lvl="1" indent="-114300" algn="l" defTabSz="666750">
            <a:lnSpc>
              <a:spcPct val="90000"/>
            </a:lnSpc>
            <a:spcBef>
              <a:spcPct val="0"/>
            </a:spcBef>
            <a:spcAft>
              <a:spcPct val="15000"/>
            </a:spcAft>
            <a:buChar char="•"/>
          </a:pPr>
          <a:r>
            <a:rPr lang="en-US" sz="1500" kern="1200" dirty="0"/>
            <a:t>Informal Social Events </a:t>
          </a:r>
        </a:p>
      </dsp:txBody>
      <dsp:txXfrm>
        <a:off x="5576145" y="1283678"/>
        <a:ext cx="1846426" cy="2541948"/>
      </dsp:txXfrm>
    </dsp:sp>
    <dsp:sp modelId="{334AEF1B-60AD-41DB-A0E4-3D6898571F80}">
      <dsp:nvSpPr>
        <dsp:cNvPr id="0" name=""/>
        <dsp:cNvSpPr/>
      </dsp:nvSpPr>
      <dsp:spPr>
        <a:xfrm>
          <a:off x="7909055" y="0"/>
          <a:ext cx="2451645" cy="408744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What is the goal? </a:t>
          </a:r>
        </a:p>
      </dsp:txBody>
      <dsp:txXfrm>
        <a:off x="7909055" y="0"/>
        <a:ext cx="2451645" cy="1226233"/>
      </dsp:txXfrm>
    </dsp:sp>
    <dsp:sp modelId="{A59CAA8F-04C7-4506-ABDA-BB351020B050}">
      <dsp:nvSpPr>
        <dsp:cNvPr id="0" name=""/>
        <dsp:cNvSpPr/>
      </dsp:nvSpPr>
      <dsp:spPr>
        <a:xfrm>
          <a:off x="8154219" y="1226233"/>
          <a:ext cx="1961316" cy="265683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t" anchorCtr="0">
          <a:noAutofit/>
        </a:bodyPr>
        <a:lstStyle/>
        <a:p>
          <a:pPr marL="0" lvl="0" indent="0" algn="l" defTabSz="844550">
            <a:lnSpc>
              <a:spcPct val="90000"/>
            </a:lnSpc>
            <a:spcBef>
              <a:spcPct val="0"/>
            </a:spcBef>
            <a:spcAft>
              <a:spcPct val="35000"/>
            </a:spcAft>
            <a:buNone/>
          </a:pPr>
          <a:r>
            <a:rPr lang="en-US" sz="1900" kern="1200"/>
            <a:t>Lead </a:t>
          </a:r>
          <a:r>
            <a:rPr lang="en-US" sz="1900" kern="1200" dirty="0"/>
            <a:t>into further conversation </a:t>
          </a:r>
        </a:p>
        <a:p>
          <a:pPr marL="114300" lvl="1" indent="-114300" algn="l" defTabSz="666750">
            <a:lnSpc>
              <a:spcPct val="90000"/>
            </a:lnSpc>
            <a:spcBef>
              <a:spcPct val="0"/>
            </a:spcBef>
            <a:spcAft>
              <a:spcPct val="15000"/>
            </a:spcAft>
            <a:buChar char="•"/>
          </a:pPr>
          <a:r>
            <a:rPr lang="en-US" sz="1500" kern="1200" dirty="0"/>
            <a:t>This could happen on the spot if there is time or in the future with a follow up email or phone call. </a:t>
          </a:r>
        </a:p>
      </dsp:txBody>
      <dsp:txXfrm>
        <a:off x="8211664" y="1283678"/>
        <a:ext cx="1846426" cy="25419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DEBC6A-B400-4A07-8B2D-208F7BDFBFE2}">
      <dsp:nvSpPr>
        <dsp:cNvPr id="0" name=""/>
        <dsp:cNvSpPr/>
      </dsp:nvSpPr>
      <dsp:spPr>
        <a:xfrm>
          <a:off x="-4992234" y="-764899"/>
          <a:ext cx="5945491" cy="5945491"/>
        </a:xfrm>
        <a:prstGeom prst="blockArc">
          <a:avLst>
            <a:gd name="adj1" fmla="val 18900000"/>
            <a:gd name="adj2" fmla="val 2700000"/>
            <a:gd name="adj3" fmla="val 363"/>
          </a:avLst>
        </a:pr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02B7D2-7D56-4501-A376-A5376D5A0E40}">
      <dsp:nvSpPr>
        <dsp:cNvPr id="0" name=""/>
        <dsp:cNvSpPr/>
      </dsp:nvSpPr>
      <dsp:spPr>
        <a:xfrm>
          <a:off x="417036" y="275892"/>
          <a:ext cx="6243453" cy="55213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260" tIns="68580" rIns="68580" bIns="68580" numCol="1" spcCol="1270" anchor="ctr" anchorCtr="0">
          <a:noAutofit/>
        </a:bodyPr>
        <a:lstStyle/>
        <a:p>
          <a:pPr marL="0" lvl="0" indent="0" algn="l" defTabSz="1200150">
            <a:lnSpc>
              <a:spcPct val="90000"/>
            </a:lnSpc>
            <a:spcBef>
              <a:spcPct val="0"/>
            </a:spcBef>
            <a:spcAft>
              <a:spcPct val="35000"/>
            </a:spcAft>
            <a:buNone/>
          </a:pPr>
          <a:r>
            <a:rPr lang="en-US" sz="2700" kern="1200" dirty="0"/>
            <a:t>1. Who are you?</a:t>
          </a:r>
        </a:p>
      </dsp:txBody>
      <dsp:txXfrm>
        <a:off x="417036" y="275892"/>
        <a:ext cx="6243453" cy="552138"/>
      </dsp:txXfrm>
    </dsp:sp>
    <dsp:sp modelId="{C7EB38BB-52DF-4EB4-97B8-8175CE715E12}">
      <dsp:nvSpPr>
        <dsp:cNvPr id="0" name=""/>
        <dsp:cNvSpPr/>
      </dsp:nvSpPr>
      <dsp:spPr>
        <a:xfrm>
          <a:off x="71950" y="206875"/>
          <a:ext cx="690172" cy="690172"/>
        </a:xfrm>
        <a:prstGeom prst="ellipse">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E1A4B77-4A29-4A05-A66A-840C531C73A7}">
      <dsp:nvSpPr>
        <dsp:cNvPr id="0" name=""/>
        <dsp:cNvSpPr/>
      </dsp:nvSpPr>
      <dsp:spPr>
        <a:xfrm>
          <a:off x="812682" y="1103834"/>
          <a:ext cx="5847806" cy="552138"/>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260" tIns="68580" rIns="68580" bIns="68580" numCol="1" spcCol="1270" anchor="ctr" anchorCtr="0">
          <a:noAutofit/>
        </a:bodyPr>
        <a:lstStyle/>
        <a:p>
          <a:pPr marL="0" lvl="0" indent="0" algn="l" defTabSz="1200150">
            <a:lnSpc>
              <a:spcPct val="90000"/>
            </a:lnSpc>
            <a:spcBef>
              <a:spcPct val="0"/>
            </a:spcBef>
            <a:spcAft>
              <a:spcPct val="35000"/>
            </a:spcAft>
            <a:buNone/>
          </a:pPr>
          <a:r>
            <a:rPr lang="en-US" sz="2700" kern="1200" dirty="0"/>
            <a:t>2. What have you been doing?</a:t>
          </a:r>
        </a:p>
      </dsp:txBody>
      <dsp:txXfrm>
        <a:off x="812682" y="1103834"/>
        <a:ext cx="5847806" cy="552138"/>
      </dsp:txXfrm>
    </dsp:sp>
    <dsp:sp modelId="{598F9DF8-BCBE-4D58-BAA3-43DA4CDA850F}">
      <dsp:nvSpPr>
        <dsp:cNvPr id="0" name=""/>
        <dsp:cNvSpPr/>
      </dsp:nvSpPr>
      <dsp:spPr>
        <a:xfrm>
          <a:off x="467596" y="1034817"/>
          <a:ext cx="690172" cy="690172"/>
        </a:xfrm>
        <a:prstGeom prst="ellipse">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8CDE1B5-9C27-4F18-91DA-C8A0C371B2BA}">
      <dsp:nvSpPr>
        <dsp:cNvPr id="0" name=""/>
        <dsp:cNvSpPr/>
      </dsp:nvSpPr>
      <dsp:spPr>
        <a:xfrm>
          <a:off x="934114" y="1931777"/>
          <a:ext cx="5726375" cy="552138"/>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260" tIns="68580" rIns="68580" bIns="68580" numCol="1" spcCol="1270" anchor="ctr" anchorCtr="0">
          <a:noAutofit/>
        </a:bodyPr>
        <a:lstStyle/>
        <a:p>
          <a:pPr marL="0" lvl="0" indent="0" algn="l" defTabSz="1200150">
            <a:lnSpc>
              <a:spcPct val="90000"/>
            </a:lnSpc>
            <a:spcBef>
              <a:spcPct val="0"/>
            </a:spcBef>
            <a:spcAft>
              <a:spcPct val="35000"/>
            </a:spcAft>
            <a:buNone/>
          </a:pPr>
          <a:r>
            <a:rPr lang="en-US" sz="2700" kern="1200" dirty="0"/>
            <a:t>3. What are you good at?</a:t>
          </a:r>
        </a:p>
      </dsp:txBody>
      <dsp:txXfrm>
        <a:off x="934114" y="1931777"/>
        <a:ext cx="5726375" cy="552138"/>
      </dsp:txXfrm>
    </dsp:sp>
    <dsp:sp modelId="{221ECB59-17E0-4A25-BC30-0414C287DFA3}">
      <dsp:nvSpPr>
        <dsp:cNvPr id="0" name=""/>
        <dsp:cNvSpPr/>
      </dsp:nvSpPr>
      <dsp:spPr>
        <a:xfrm>
          <a:off x="589028" y="1862760"/>
          <a:ext cx="690172" cy="690172"/>
        </a:xfrm>
        <a:prstGeom prst="ellipse">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0F4620B-4042-44D2-A82D-06FF90A8903F}">
      <dsp:nvSpPr>
        <dsp:cNvPr id="0" name=""/>
        <dsp:cNvSpPr/>
      </dsp:nvSpPr>
      <dsp:spPr>
        <a:xfrm>
          <a:off x="812682" y="2759719"/>
          <a:ext cx="5847806" cy="552138"/>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260" tIns="68580" rIns="68580" bIns="68580" numCol="1" spcCol="1270" anchor="ctr" anchorCtr="0">
          <a:noAutofit/>
        </a:bodyPr>
        <a:lstStyle/>
        <a:p>
          <a:pPr marL="0" lvl="0" indent="0" algn="l" defTabSz="1200150">
            <a:lnSpc>
              <a:spcPct val="90000"/>
            </a:lnSpc>
            <a:spcBef>
              <a:spcPct val="0"/>
            </a:spcBef>
            <a:spcAft>
              <a:spcPct val="35000"/>
            </a:spcAft>
            <a:buNone/>
          </a:pPr>
          <a:r>
            <a:rPr lang="en-US" sz="2700" kern="1200"/>
            <a:t>4. What makes you special?</a:t>
          </a:r>
          <a:endParaRPr lang="en-US" sz="2700" kern="1200" dirty="0"/>
        </a:p>
      </dsp:txBody>
      <dsp:txXfrm>
        <a:off x="812682" y="2759719"/>
        <a:ext cx="5847806" cy="552138"/>
      </dsp:txXfrm>
    </dsp:sp>
    <dsp:sp modelId="{AE474DB6-3167-433B-B570-8F0D6EB10FBE}">
      <dsp:nvSpPr>
        <dsp:cNvPr id="0" name=""/>
        <dsp:cNvSpPr/>
      </dsp:nvSpPr>
      <dsp:spPr>
        <a:xfrm>
          <a:off x="467596" y="2690702"/>
          <a:ext cx="690172" cy="690172"/>
        </a:xfrm>
        <a:prstGeom prst="ellipse">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55983AC-C616-489B-A8DA-A14487BB29A5}">
      <dsp:nvSpPr>
        <dsp:cNvPr id="0" name=""/>
        <dsp:cNvSpPr/>
      </dsp:nvSpPr>
      <dsp:spPr>
        <a:xfrm>
          <a:off x="417036" y="3587662"/>
          <a:ext cx="6243453" cy="552138"/>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260" tIns="68580" rIns="68580" bIns="68580" numCol="1" spcCol="1270" anchor="ctr" anchorCtr="0">
          <a:noAutofit/>
        </a:bodyPr>
        <a:lstStyle/>
        <a:p>
          <a:pPr marL="0" lvl="0" indent="0" algn="l" defTabSz="1200150">
            <a:lnSpc>
              <a:spcPct val="90000"/>
            </a:lnSpc>
            <a:spcBef>
              <a:spcPct val="0"/>
            </a:spcBef>
            <a:spcAft>
              <a:spcPct val="35000"/>
            </a:spcAft>
            <a:buNone/>
          </a:pPr>
          <a:r>
            <a:rPr lang="en-US" sz="2700" kern="1200"/>
            <a:t>5. What is your objective?</a:t>
          </a:r>
          <a:endParaRPr lang="en-US" sz="2700" kern="1200" dirty="0"/>
        </a:p>
      </dsp:txBody>
      <dsp:txXfrm>
        <a:off x="417036" y="3587662"/>
        <a:ext cx="6243453" cy="552138"/>
      </dsp:txXfrm>
    </dsp:sp>
    <dsp:sp modelId="{19A11ED4-9082-44D5-9D2D-CEDA134A1E4C}">
      <dsp:nvSpPr>
        <dsp:cNvPr id="0" name=""/>
        <dsp:cNvSpPr/>
      </dsp:nvSpPr>
      <dsp:spPr>
        <a:xfrm>
          <a:off x="71950" y="3518644"/>
          <a:ext cx="690172" cy="690172"/>
        </a:xfrm>
        <a:prstGeom prst="ellipse">
          <a:avLst/>
        </a:prstGeom>
        <a:solidFill>
          <a:schemeClr val="lt1">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C95CE6-1BBB-4ECE-9EE9-A66B24F2D23D}" type="datetimeFigureOut">
              <a:rPr lang="en-US" smtClean="0"/>
              <a:t>12/13/2022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C8765E-81FA-4D94-A3BB-CC47D62A9EED}" type="slidenum">
              <a:rPr lang="en-US" smtClean="0"/>
              <a:t>‹#›</a:t>
            </a:fld>
            <a:endParaRPr lang="en-US"/>
          </a:p>
        </p:txBody>
      </p:sp>
    </p:spTree>
    <p:extLst>
      <p:ext uri="{BB962C8B-B14F-4D97-AF65-F5344CB8AC3E}">
        <p14:creationId xmlns:p14="http://schemas.microsoft.com/office/powerpoint/2010/main" val="1943329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C8765E-81FA-4D94-A3BB-CC47D62A9EED}" type="slidenum">
              <a:rPr lang="en-US" smtClean="0"/>
              <a:t>2</a:t>
            </a:fld>
            <a:endParaRPr lang="en-US"/>
          </a:p>
        </p:txBody>
      </p:sp>
    </p:spTree>
    <p:extLst>
      <p:ext uri="{BB962C8B-B14F-4D97-AF65-F5344CB8AC3E}">
        <p14:creationId xmlns:p14="http://schemas.microsoft.com/office/powerpoint/2010/main" val="369594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685800">
              <a:defRPr/>
            </a:pPr>
            <a:endParaRPr lang="en-US" sz="1200" dirty="0">
              <a:effectLst/>
              <a:latin typeface="IntelOne Display Regular" panose="020B0503020203020204"/>
            </a:endParaRPr>
          </a:p>
        </p:txBody>
      </p:sp>
      <p:sp>
        <p:nvSpPr>
          <p:cNvPr id="4" name="Slide Number Placeholder 3"/>
          <p:cNvSpPr>
            <a:spLocks noGrp="1"/>
          </p:cNvSpPr>
          <p:nvPr>
            <p:ph type="sldNum" sz="quarter" idx="5"/>
          </p:nvPr>
        </p:nvSpPr>
        <p:spPr/>
        <p:txBody>
          <a:bodyPr/>
          <a:lstStyle/>
          <a:p>
            <a:fld id="{593C3AEE-1EE6-49B2-A432-7B606D37B62E}" type="slidenum">
              <a:rPr lang="en-US" smtClean="0"/>
              <a:t>3</a:t>
            </a:fld>
            <a:endParaRPr lang="en-US"/>
          </a:p>
        </p:txBody>
      </p:sp>
    </p:spTree>
    <p:extLst>
      <p:ext uri="{BB962C8B-B14F-4D97-AF65-F5344CB8AC3E}">
        <p14:creationId xmlns:p14="http://schemas.microsoft.com/office/powerpoint/2010/main" val="31988851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0" dirty="0"/>
              <a:t>Ask around what</a:t>
            </a:r>
            <a:r>
              <a:rPr lang="en-US" sz="1600" b="0" baseline="0" dirty="0"/>
              <a:t> words come up when you hear the name: Oprah Winfrey</a:t>
            </a:r>
          </a:p>
          <a:p>
            <a:r>
              <a:rPr lang="en-US" sz="1600" b="0" dirty="0"/>
              <a:t>Talk about how all these words are Oprah’s “brand” </a:t>
            </a:r>
          </a:p>
          <a:p>
            <a:r>
              <a:rPr lang="en-US" sz="1600" b="0" baseline="0" dirty="0"/>
              <a:t>She is so known and respected that in </a:t>
            </a:r>
            <a:r>
              <a:rPr lang="en-US" sz="1200" dirty="0"/>
              <a:t>2007, she opened the Oprah Winfrey Leadership Academy for Girls in South Africa.</a:t>
            </a:r>
          </a:p>
          <a:p>
            <a:r>
              <a:rPr lang="en-US" sz="1200" dirty="0"/>
              <a:t>“Having a book selected by Oprah's Book Club would become synonymous with overnight success for authors.”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Write down the name of someone you respect and admire.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Write down the name of someone you don’t respect and admire. </a:t>
            </a:r>
          </a:p>
          <a:p>
            <a:endParaRPr lang="en-US" dirty="0"/>
          </a:p>
        </p:txBody>
      </p:sp>
      <p:sp>
        <p:nvSpPr>
          <p:cNvPr id="4" name="Slide Number Placeholder 3"/>
          <p:cNvSpPr>
            <a:spLocks noGrp="1"/>
          </p:cNvSpPr>
          <p:nvPr>
            <p:ph type="sldNum" sz="quarter" idx="10"/>
          </p:nvPr>
        </p:nvSpPr>
        <p:spPr/>
        <p:txBody>
          <a:bodyPr/>
          <a:lstStyle/>
          <a:p>
            <a:fld id="{6DC8765E-81FA-4D94-A3BB-CC47D62A9EED}" type="slidenum">
              <a:rPr lang="en-US" smtClean="0"/>
              <a:t>5</a:t>
            </a:fld>
            <a:endParaRPr lang="en-US"/>
          </a:p>
        </p:txBody>
      </p:sp>
    </p:spTree>
    <p:extLst>
      <p:ext uri="{BB962C8B-B14F-4D97-AF65-F5344CB8AC3E}">
        <p14:creationId xmlns:p14="http://schemas.microsoft.com/office/powerpoint/2010/main" val="299522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This is personal branding</a:t>
            </a:r>
          </a:p>
          <a:p>
            <a:endParaRPr lang="en-US" baseline="0" dirty="0"/>
          </a:p>
          <a:p>
            <a:r>
              <a:rPr lang="en-US" baseline="0" dirty="0"/>
              <a:t>What do you want to be known for?</a:t>
            </a:r>
          </a:p>
          <a:p>
            <a:endParaRPr lang="en-US" baseline="0" dirty="0"/>
          </a:p>
          <a:p>
            <a:r>
              <a:rPr lang="en-US" baseline="0" dirty="0"/>
              <a:t>Expertise; what do you specialize in…a product, a technology, or a process</a:t>
            </a:r>
          </a:p>
          <a:p>
            <a:r>
              <a:rPr lang="en-US" baseline="0" dirty="0"/>
              <a:t>Strength: leadership, problem solving, ideas, bold &amp; creative</a:t>
            </a:r>
          </a:p>
          <a:p>
            <a:r>
              <a:rPr lang="en-US" baseline="0" dirty="0"/>
              <a:t>Impacting the Org: saving $$, creating revenue, increasing market share</a:t>
            </a:r>
          </a:p>
          <a:p>
            <a:endParaRPr lang="en-US" baseline="0" dirty="0"/>
          </a:p>
          <a:p>
            <a:r>
              <a:rPr lang="en-US" baseline="0" dirty="0"/>
              <a:t>A new job is an opportunity to refresh your brand or reinvent yourself if you wish</a:t>
            </a:r>
          </a:p>
        </p:txBody>
      </p:sp>
      <p:sp>
        <p:nvSpPr>
          <p:cNvPr id="4" name="Slide Number Placeholder 3"/>
          <p:cNvSpPr>
            <a:spLocks noGrp="1"/>
          </p:cNvSpPr>
          <p:nvPr>
            <p:ph type="sldNum" sz="quarter" idx="10"/>
          </p:nvPr>
        </p:nvSpPr>
        <p:spPr/>
        <p:txBody>
          <a:bodyPr/>
          <a:lstStyle/>
          <a:p>
            <a:fld id="{6DC8765E-81FA-4D94-A3BB-CC47D62A9EED}" type="slidenum">
              <a:rPr lang="en-US" smtClean="0"/>
              <a:t>6</a:t>
            </a:fld>
            <a:endParaRPr lang="en-US"/>
          </a:p>
        </p:txBody>
      </p:sp>
    </p:spTree>
    <p:extLst>
      <p:ext uri="{BB962C8B-B14F-4D97-AF65-F5344CB8AC3E}">
        <p14:creationId xmlns:p14="http://schemas.microsoft.com/office/powerpoint/2010/main" val="2755753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try to be all things to all people. </a:t>
            </a:r>
          </a:p>
          <a:p>
            <a:endParaRPr lang="en-US" dirty="0"/>
          </a:p>
          <a:p>
            <a:r>
              <a:rPr lang="en-US" dirty="0"/>
              <a:t>Pick two or three things that really typify your brand. </a:t>
            </a:r>
          </a:p>
          <a:p>
            <a:endParaRPr lang="en-US" dirty="0"/>
          </a:p>
          <a:p>
            <a:r>
              <a:rPr lang="en-US" dirty="0"/>
              <a:t>Too many is too general, kind of vanilla. You need to be focused with your message so you cut through the noise and the right hiring manager can see/hear/find you out of the stack. Managers don’t care about every skill you have, they only care about the ones they need for their work. </a:t>
            </a:r>
          </a:p>
          <a:p>
            <a:endParaRPr lang="en-US" dirty="0"/>
          </a:p>
          <a:p>
            <a:r>
              <a:rPr lang="en-US" dirty="0"/>
              <a:t>Generalists have a little bit harder time getting hired vs being and expert in a few areas. </a:t>
            </a:r>
          </a:p>
          <a:p>
            <a:endParaRPr lang="en-US" dirty="0"/>
          </a:p>
          <a:p>
            <a:r>
              <a:rPr lang="en-US" dirty="0"/>
              <a:t>You may need a couple of different resumes – you should customize for each role for which you apply.</a:t>
            </a:r>
          </a:p>
        </p:txBody>
      </p:sp>
      <p:sp>
        <p:nvSpPr>
          <p:cNvPr id="4" name="Slide Number Placeholder 3"/>
          <p:cNvSpPr>
            <a:spLocks noGrp="1"/>
          </p:cNvSpPr>
          <p:nvPr>
            <p:ph type="sldNum" sz="quarter" idx="10"/>
          </p:nvPr>
        </p:nvSpPr>
        <p:spPr/>
        <p:txBody>
          <a:bodyPr/>
          <a:lstStyle/>
          <a:p>
            <a:fld id="{6DC8765E-81FA-4D94-A3BB-CC47D62A9EED}" type="slidenum">
              <a:rPr lang="en-US" smtClean="0"/>
              <a:t>7</a:t>
            </a:fld>
            <a:endParaRPr lang="en-US"/>
          </a:p>
        </p:txBody>
      </p:sp>
    </p:spTree>
    <p:extLst>
      <p:ext uri="{BB962C8B-B14F-4D97-AF65-F5344CB8AC3E}">
        <p14:creationId xmlns:p14="http://schemas.microsoft.com/office/powerpoint/2010/main" val="16132004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think you probably know yourself pretty well, these exercises can help you tease things out and start finding words to put on paper</a:t>
            </a:r>
          </a:p>
          <a:p>
            <a:endParaRPr lang="en-US" dirty="0"/>
          </a:p>
          <a:p>
            <a:r>
              <a:rPr lang="en-US" dirty="0"/>
              <a:t>What are some of your results, how do you work within your team, what lessons have you learned, and what problems have you solved? </a:t>
            </a:r>
          </a:p>
        </p:txBody>
      </p:sp>
      <p:sp>
        <p:nvSpPr>
          <p:cNvPr id="4" name="Slide Number Placeholder 3"/>
          <p:cNvSpPr>
            <a:spLocks noGrp="1"/>
          </p:cNvSpPr>
          <p:nvPr>
            <p:ph type="sldNum" sz="quarter" idx="5"/>
          </p:nvPr>
        </p:nvSpPr>
        <p:spPr/>
        <p:txBody>
          <a:bodyPr/>
          <a:lstStyle/>
          <a:p>
            <a:fld id="{6DC8765E-81FA-4D94-A3BB-CC47D62A9EED}" type="slidenum">
              <a:rPr lang="en-US" smtClean="0"/>
              <a:t>9</a:t>
            </a:fld>
            <a:endParaRPr lang="en-US"/>
          </a:p>
        </p:txBody>
      </p:sp>
    </p:spTree>
    <p:extLst>
      <p:ext uri="{BB962C8B-B14F-4D97-AF65-F5344CB8AC3E}">
        <p14:creationId xmlns:p14="http://schemas.microsoft.com/office/powerpoint/2010/main" val="460292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intended</a:t>
            </a:r>
            <a:r>
              <a:rPr lang="en-US" baseline="0" dirty="0"/>
              <a:t> to be done during the class. This is meant to be done afterwards</a:t>
            </a:r>
          </a:p>
          <a:p>
            <a:endParaRPr lang="en-US" baseline="0" dirty="0"/>
          </a:p>
          <a:p>
            <a:r>
              <a:rPr lang="en-US" baseline="0" dirty="0"/>
              <a:t>Got myself into a situation where I had late evening meetings and early morning meetings and I hated it</a:t>
            </a:r>
            <a:endParaRPr lang="en-US" dirty="0"/>
          </a:p>
        </p:txBody>
      </p:sp>
      <p:sp>
        <p:nvSpPr>
          <p:cNvPr id="4" name="Slide Number Placeholder 3"/>
          <p:cNvSpPr>
            <a:spLocks noGrp="1"/>
          </p:cNvSpPr>
          <p:nvPr>
            <p:ph type="sldNum" sz="quarter" idx="10"/>
          </p:nvPr>
        </p:nvSpPr>
        <p:spPr/>
        <p:txBody>
          <a:bodyPr/>
          <a:lstStyle/>
          <a:p>
            <a:fld id="{6DC8765E-81FA-4D94-A3BB-CC47D62A9EED}" type="slidenum">
              <a:rPr lang="en-US" smtClean="0"/>
              <a:t>10</a:t>
            </a:fld>
            <a:endParaRPr lang="en-US"/>
          </a:p>
        </p:txBody>
      </p:sp>
    </p:spTree>
    <p:extLst>
      <p:ext uri="{BB962C8B-B14F-4D97-AF65-F5344CB8AC3E}">
        <p14:creationId xmlns:p14="http://schemas.microsoft.com/office/powerpoint/2010/main" val="2908347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C8765E-81FA-4D94-A3BB-CC47D62A9EED}" type="slidenum">
              <a:rPr lang="en-US" smtClean="0"/>
              <a:t>11</a:t>
            </a:fld>
            <a:endParaRPr lang="en-US"/>
          </a:p>
        </p:txBody>
      </p:sp>
    </p:spTree>
    <p:extLst>
      <p:ext uri="{BB962C8B-B14F-4D97-AF65-F5344CB8AC3E}">
        <p14:creationId xmlns:p14="http://schemas.microsoft.com/office/powerpoint/2010/main" val="1522129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all been in meetings where we go around the room and introduce ourselves</a:t>
            </a:r>
          </a:p>
          <a:p>
            <a:endParaRPr lang="en-US" dirty="0"/>
          </a:p>
        </p:txBody>
      </p:sp>
      <p:sp>
        <p:nvSpPr>
          <p:cNvPr id="4" name="Slide Number Placeholder 3"/>
          <p:cNvSpPr>
            <a:spLocks noGrp="1"/>
          </p:cNvSpPr>
          <p:nvPr>
            <p:ph type="sldNum" sz="quarter" idx="5"/>
          </p:nvPr>
        </p:nvSpPr>
        <p:spPr/>
        <p:txBody>
          <a:bodyPr/>
          <a:lstStyle/>
          <a:p>
            <a:fld id="{6DC8765E-81FA-4D94-A3BB-CC47D62A9EED}" type="slidenum">
              <a:rPr lang="en-US" smtClean="0"/>
              <a:t>13</a:t>
            </a:fld>
            <a:endParaRPr lang="en-US"/>
          </a:p>
        </p:txBody>
      </p:sp>
    </p:spTree>
    <p:extLst>
      <p:ext uri="{BB962C8B-B14F-4D97-AF65-F5344CB8AC3E}">
        <p14:creationId xmlns:p14="http://schemas.microsoft.com/office/powerpoint/2010/main" val="706617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https://www.themuse.com/advice/the-15minute-method-to-writing-an-unforgettable-elevator-speech?utm_content=buffer0e91f&amp;utm_medium=social&amp;utm_source=linkedin.com&amp;utm_campaign=buffer</a:t>
            </a:r>
          </a:p>
        </p:txBody>
      </p:sp>
      <p:sp>
        <p:nvSpPr>
          <p:cNvPr id="4" name="Slide Number Placeholder 3"/>
          <p:cNvSpPr>
            <a:spLocks noGrp="1"/>
          </p:cNvSpPr>
          <p:nvPr>
            <p:ph type="sldNum" sz="quarter" idx="5"/>
          </p:nvPr>
        </p:nvSpPr>
        <p:spPr/>
        <p:txBody>
          <a:bodyPr/>
          <a:lstStyle/>
          <a:p>
            <a:fld id="{6DC8765E-81FA-4D94-A3BB-CC47D62A9EED}" type="slidenum">
              <a:rPr lang="en-US" smtClean="0"/>
              <a:t>14</a:t>
            </a:fld>
            <a:endParaRPr lang="en-US"/>
          </a:p>
        </p:txBody>
      </p:sp>
    </p:spTree>
    <p:extLst>
      <p:ext uri="{BB962C8B-B14F-4D97-AF65-F5344CB8AC3E}">
        <p14:creationId xmlns:p14="http://schemas.microsoft.com/office/powerpoint/2010/main" val="22852677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on Lync or phone</a:t>
            </a:r>
          </a:p>
        </p:txBody>
      </p:sp>
      <p:sp>
        <p:nvSpPr>
          <p:cNvPr id="4" name="Slide Number Placeholder 3"/>
          <p:cNvSpPr>
            <a:spLocks noGrp="1"/>
          </p:cNvSpPr>
          <p:nvPr>
            <p:ph type="sldNum" sz="quarter" idx="10"/>
          </p:nvPr>
        </p:nvSpPr>
        <p:spPr/>
        <p:txBody>
          <a:bodyPr/>
          <a:lstStyle/>
          <a:p>
            <a:fld id="{D61C8689-8455-3546-ADF9-3B7273760F66}" type="slidenum">
              <a:rPr lang="en-US" smtClean="0">
                <a:solidFill>
                  <a:prstClr val="black"/>
                </a:solidFill>
              </a:rPr>
              <a:pPr/>
              <a:t>17</a:t>
            </a:fld>
            <a:endParaRPr lang="en-US" dirty="0">
              <a:solidFill>
                <a:prstClr val="black"/>
              </a:solidFill>
            </a:endParaRPr>
          </a:p>
        </p:txBody>
      </p:sp>
    </p:spTree>
    <p:extLst>
      <p:ext uri="{BB962C8B-B14F-4D97-AF65-F5344CB8AC3E}">
        <p14:creationId xmlns:p14="http://schemas.microsoft.com/office/powerpoint/2010/main" val="1329868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 Crisp.</a:t>
            </a:r>
            <a:r>
              <a:rPr lang="en-US" baseline="0" dirty="0"/>
              <a:t> Concise. </a:t>
            </a:r>
            <a:endParaRPr lang="en-US" dirty="0"/>
          </a:p>
        </p:txBody>
      </p:sp>
      <p:sp>
        <p:nvSpPr>
          <p:cNvPr id="4" name="Slide Number Placeholder 3"/>
          <p:cNvSpPr>
            <a:spLocks noGrp="1"/>
          </p:cNvSpPr>
          <p:nvPr>
            <p:ph type="sldNum" sz="quarter" idx="10"/>
          </p:nvPr>
        </p:nvSpPr>
        <p:spPr/>
        <p:txBody>
          <a:bodyPr/>
          <a:lstStyle/>
          <a:p>
            <a:fld id="{D61C8689-8455-3546-ADF9-3B7273760F66}" type="slidenum">
              <a:rPr lang="en-US" smtClean="0">
                <a:solidFill>
                  <a:prstClr val="black"/>
                </a:solidFill>
              </a:rPr>
              <a:pPr/>
              <a:t>18</a:t>
            </a:fld>
            <a:endParaRPr lang="en-US" dirty="0">
              <a:solidFill>
                <a:prstClr val="black"/>
              </a:solidFill>
            </a:endParaRPr>
          </a:p>
        </p:txBody>
      </p:sp>
    </p:spTree>
    <p:extLst>
      <p:ext uri="{BB962C8B-B14F-4D97-AF65-F5344CB8AC3E}">
        <p14:creationId xmlns:p14="http://schemas.microsoft.com/office/powerpoint/2010/main" val="22623881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42712C-B008-4EF8-A997-CF1C5FBB72C4}" type="slidenum">
              <a:rPr lang="en-US" smtClean="0">
                <a:solidFill>
                  <a:prstClr val="black"/>
                </a:solidFill>
              </a:rPr>
              <a:pPr/>
              <a:t>20</a:t>
            </a:fld>
            <a:endParaRPr lang="en-US">
              <a:solidFill>
                <a:prstClr val="black"/>
              </a:solidFill>
            </a:endParaRPr>
          </a:p>
        </p:txBody>
      </p:sp>
    </p:spTree>
    <p:extLst>
      <p:ext uri="{BB962C8B-B14F-4D97-AF65-F5344CB8AC3E}">
        <p14:creationId xmlns:p14="http://schemas.microsoft.com/office/powerpoint/2010/main" val="4664050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 Id="rId4"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 Id="rId4" Type="http://schemas.openxmlformats.org/officeDocument/2006/relationships/image" Target="../media/image2.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2916" y="3305897"/>
            <a:ext cx="10950515" cy="1470025"/>
          </a:xfrm>
        </p:spPr>
        <p:txBody>
          <a:bodyPr lIns="0" rIns="0" anchor="b" anchorCtr="0">
            <a:noAutofit/>
          </a:bodyPr>
          <a:lstStyle>
            <a:lvl1pPr>
              <a:lnSpc>
                <a:spcPct val="80000"/>
              </a:lnSpc>
              <a:defRPr sz="8666" b="0" spc="0" baseline="0">
                <a:solidFill>
                  <a:schemeClr val="bg1"/>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radial gradient</a:t>
            </a:r>
          </a:p>
        </p:txBody>
      </p:sp>
      <p:sp>
        <p:nvSpPr>
          <p:cNvPr id="3"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16pt Intel Clear Subhead, Date, Etc.</a:t>
            </a:r>
          </a:p>
        </p:txBody>
      </p:sp>
      <p:pic>
        <p:nvPicPr>
          <p:cNvPr id="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602397" y="510892"/>
            <a:ext cx="1664065" cy="1106467"/>
          </a:xfrm>
          <a:prstGeom prst="rect">
            <a:avLst/>
          </a:prstGeom>
          <a:noFill/>
          <a:extLst>
            <a:ext uri="{909E8E84-426E-40dd-AFC4-6F175D3DCCD1}">
              <a14:hiddenFill xmlns:a14="http://schemas.microsoft.com/office/drawing/2010/main" xmlns="">
                <a:solidFill>
                  <a:srgbClr val="FFFFFF"/>
                </a:solidFill>
              </a14:hiddenFill>
            </a:ext>
          </a:extLst>
        </p:spPr>
      </p:pic>
      <p:pic>
        <p:nvPicPr>
          <p:cNvPr id="5" name="Picture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70040" y="6312590"/>
            <a:ext cx="1393965" cy="474801"/>
          </a:xfrm>
          <a:prstGeom prst="rect">
            <a:avLst/>
          </a:prstGeom>
        </p:spPr>
      </p:pic>
    </p:spTree>
    <p:extLst>
      <p:ext uri="{BB962C8B-B14F-4D97-AF65-F5344CB8AC3E}">
        <p14:creationId xmlns:p14="http://schemas.microsoft.com/office/powerpoint/2010/main" val="1352448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592916" y="3305897"/>
            <a:ext cx="10950515" cy="1470025"/>
          </a:xfrm>
        </p:spPr>
        <p:txBody>
          <a:bodyPr lIns="0" rIns="0" anchor="b" anchorCtr="0">
            <a:noAutofit/>
          </a:bodyPr>
          <a:lstStyle>
            <a:lvl1pPr>
              <a:lnSpc>
                <a:spcPct val="80000"/>
              </a:lnSpc>
              <a:defRPr sz="8666" b="0" spc="0" baseline="0">
                <a:solidFill>
                  <a:schemeClr val="bg1"/>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radial gradient</a:t>
            </a:r>
          </a:p>
        </p:txBody>
      </p:sp>
      <p:sp>
        <p:nvSpPr>
          <p:cNvPr id="9"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16pt Intel Clear Subhead, Date, Etc.</a:t>
            </a:r>
          </a:p>
        </p:txBody>
      </p:sp>
      <p:pic>
        <p:nvPicPr>
          <p:cNvPr id="10" name="Picture 9" descr="int_experience_hrz_wht_rgb_1500.png"/>
          <p:cNvPicPr>
            <a:picLocks noChangeAspect="1"/>
          </p:cNvPicPr>
          <p:nvPr userDrawn="1"/>
        </p:nvPicPr>
        <p:blipFill>
          <a:blip r:embed="rId3" cstate="print">
            <a:alphaModFix/>
            <a:extLst>
              <a:ext uri="{28A0092B-C50C-407E-A947-70E740481C1C}">
                <a14:useLocalDpi xmlns:a14="http://schemas.microsoft.com/office/drawing/2010/main" val="0"/>
              </a:ext>
            </a:extLst>
          </a:blip>
          <a:stretch>
            <a:fillRect/>
          </a:stretch>
        </p:blipFill>
        <p:spPr>
          <a:xfrm>
            <a:off x="614258" y="518971"/>
            <a:ext cx="2829021" cy="1183045"/>
          </a:xfrm>
          <a:prstGeom prst="rect">
            <a:avLst/>
          </a:prstGeom>
        </p:spPr>
      </p:pic>
    </p:spTree>
    <p:extLst>
      <p:ext uri="{BB962C8B-B14F-4D97-AF65-F5344CB8AC3E}">
        <p14:creationId xmlns:p14="http://schemas.microsoft.com/office/powerpoint/2010/main" val="679481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12192000" cy="6358467"/>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pic>
        <p:nvPicPr>
          <p:cNvPr id="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602397" y="510892"/>
            <a:ext cx="1664065" cy="1106467"/>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Title 1"/>
          <p:cNvSpPr>
            <a:spLocks noGrp="1"/>
          </p:cNvSpPr>
          <p:nvPr>
            <p:ph type="ctrTitle" hasCustomPrompt="1"/>
          </p:nvPr>
        </p:nvSpPr>
        <p:spPr>
          <a:xfrm>
            <a:off x="592916" y="3305897"/>
            <a:ext cx="10950515" cy="1470025"/>
          </a:xfrm>
        </p:spPr>
        <p:txBody>
          <a:bodyPr lIns="0" rIns="0" anchor="b" anchorCtr="0">
            <a:noAutofit/>
          </a:bodyPr>
          <a:lstStyle>
            <a:lvl1pPr>
              <a:lnSpc>
                <a:spcPct val="80000"/>
              </a:lnSpc>
              <a:defRPr sz="8666" b="0" spc="0" baseline="0">
                <a:solidFill>
                  <a:schemeClr val="bg1"/>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image</a:t>
            </a:r>
          </a:p>
        </p:txBody>
      </p:sp>
      <p:sp>
        <p:nvSpPr>
          <p:cNvPr id="14"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16pt Intel Clear Subhead, Date, Etc.</a:t>
            </a:r>
          </a:p>
        </p:txBody>
      </p:sp>
    </p:spTree>
    <p:extLst>
      <p:ext uri="{BB962C8B-B14F-4D97-AF65-F5344CB8AC3E}">
        <p14:creationId xmlns:p14="http://schemas.microsoft.com/office/powerpoint/2010/main" val="3410207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dirty="0">
              <a:solidFill>
                <a:prstClr val="white"/>
              </a:solidFill>
            </a:endParaRPr>
          </a:p>
        </p:txBody>
      </p:sp>
      <p:sp>
        <p:nvSpPr>
          <p:cNvPr id="6" name="Slide Number Placeholder 5"/>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
        <p:nvSpPr>
          <p:cNvPr id="9" name="Content Placeholder 8"/>
          <p:cNvSpPr>
            <a:spLocks noGrp="1"/>
          </p:cNvSpPr>
          <p:nvPr>
            <p:ph sz="quarter" idx="13" hasCustomPrompt="1"/>
          </p:nvPr>
        </p:nvSpPr>
        <p:spPr>
          <a:xfrm>
            <a:off x="607484" y="1604434"/>
            <a:ext cx="10970683" cy="4567767"/>
          </a:xfrm>
        </p:spPr>
        <p:txBody>
          <a:bodyPr/>
          <a:lstStyle>
            <a:lvl1pPr>
              <a:defRPr>
                <a:solidFill>
                  <a:srgbClr val="0071C5"/>
                </a:solidFill>
              </a:defRPr>
            </a:lvl1pPr>
            <a:lvl2pPr>
              <a:defRPr sz="2400"/>
            </a:lvl2pPr>
            <a:lvl3pPr>
              <a:defRPr sz="2400"/>
            </a:lvl3pPr>
            <a:lvl4pPr>
              <a:defRPr sz="2133"/>
            </a:lvl4pPr>
          </a:lstStyle>
          <a:p>
            <a:pPr lvl="0"/>
            <a:r>
              <a:rPr lang="en-US" dirty="0"/>
              <a:t>18pt Intel Clear body text</a:t>
            </a:r>
          </a:p>
          <a:p>
            <a:pPr lvl="1"/>
            <a:r>
              <a:rPr lang="en-US" dirty="0"/>
              <a:t>18pt Intel Clear bullet one</a:t>
            </a:r>
          </a:p>
          <a:p>
            <a:pPr lvl="2"/>
            <a:r>
              <a:rPr lang="en-US" dirty="0"/>
              <a:t>18pt Intel Clear sub-bullet</a:t>
            </a:r>
          </a:p>
          <a:p>
            <a:pPr lvl="3"/>
            <a:r>
              <a:rPr lang="en-US" dirty="0"/>
              <a:t>16pt Intel Clear fourth level</a:t>
            </a:r>
          </a:p>
          <a:p>
            <a:pPr lvl="4"/>
            <a:r>
              <a:rPr lang="en-US" dirty="0" err="1"/>
              <a:t>14pt</a:t>
            </a:r>
            <a:r>
              <a:rPr lang="en-US" dirty="0"/>
              <a:t> Intel Clear fifth level</a:t>
            </a:r>
          </a:p>
        </p:txBody>
      </p:sp>
    </p:spTree>
    <p:extLst>
      <p:ext uri="{BB962C8B-B14F-4D97-AF65-F5344CB8AC3E}">
        <p14:creationId xmlns:p14="http://schemas.microsoft.com/office/powerpoint/2010/main" val="4262677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solidFill>
                <a:prstClr val="white"/>
              </a:solidFill>
            </a:endParaRPr>
          </a:p>
        </p:txBody>
      </p:sp>
      <p:sp>
        <p:nvSpPr>
          <p:cNvPr id="7" name="Slide Number Placeholder 6"/>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5" name="Content Placeholder 2"/>
          <p:cNvSpPr>
            <a:spLocks noGrp="1"/>
          </p:cNvSpPr>
          <p:nvPr>
            <p:ph sz="half" idx="1" hasCustomPrompt="1"/>
          </p:nvPr>
        </p:nvSpPr>
        <p:spPr>
          <a:xfrm>
            <a:off x="607485" y="1604433"/>
            <a:ext cx="5342468"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8"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
        <p:nvSpPr>
          <p:cNvPr id="9" name="Picture Placeholder 8"/>
          <p:cNvSpPr>
            <a:spLocks noGrp="1"/>
          </p:cNvSpPr>
          <p:nvPr>
            <p:ph type="pic" sz="quarter" idx="13"/>
          </p:nvPr>
        </p:nvSpPr>
        <p:spPr>
          <a:xfrm>
            <a:off x="6441018" y="1257907"/>
            <a:ext cx="4241497" cy="2227933"/>
          </a:xfrm>
          <a:solidFill>
            <a:schemeClr val="bg2">
              <a:lumMod val="60000"/>
              <a:lumOff val="40000"/>
            </a:schemeClr>
          </a:solidFill>
        </p:spPr>
        <p:txBody>
          <a:bodyPr/>
          <a:lstStyle>
            <a:lvl1pPr>
              <a:defRPr sz="2400">
                <a:latin typeface="Intel Clear"/>
              </a:defRPr>
            </a:lvl1pPr>
          </a:lstStyle>
          <a:p>
            <a:endParaRPr lang="en-US" sz="1467" dirty="0">
              <a:latin typeface="Arial"/>
            </a:endParaRPr>
          </a:p>
        </p:txBody>
      </p:sp>
      <p:sp>
        <p:nvSpPr>
          <p:cNvPr id="10" name="Picture Placeholder 8"/>
          <p:cNvSpPr>
            <a:spLocks noGrp="1"/>
          </p:cNvSpPr>
          <p:nvPr>
            <p:ph type="pic" sz="quarter" idx="14"/>
          </p:nvPr>
        </p:nvSpPr>
        <p:spPr>
          <a:xfrm>
            <a:off x="6441018" y="3791863"/>
            <a:ext cx="4241497" cy="2227933"/>
          </a:xfrm>
          <a:solidFill>
            <a:schemeClr val="bg2">
              <a:lumMod val="60000"/>
              <a:lumOff val="40000"/>
            </a:schemeClr>
          </a:solidFill>
        </p:spPr>
        <p:txBody>
          <a:bodyPr/>
          <a:lstStyle>
            <a:lvl1pPr>
              <a:defRPr sz="2400">
                <a:latin typeface="Intel Clear"/>
              </a:defRPr>
            </a:lvl1pPr>
          </a:lstStyle>
          <a:p>
            <a:endParaRPr lang="en-US" sz="1467" dirty="0">
              <a:latin typeface="Arial"/>
            </a:endParaRPr>
          </a:p>
        </p:txBody>
      </p:sp>
    </p:spTree>
    <p:extLst>
      <p:ext uri="{BB962C8B-B14F-4D97-AF65-F5344CB8AC3E}">
        <p14:creationId xmlns:p14="http://schemas.microsoft.com/office/powerpoint/2010/main" val="1394961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solidFill>
                <a:prstClr val="white"/>
              </a:solidFill>
            </a:endParaRPr>
          </a:p>
        </p:txBody>
      </p:sp>
      <p:sp>
        <p:nvSpPr>
          <p:cNvPr id="7" name="Slide Number Placeholder 6"/>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5" name="Content Placeholder 2"/>
          <p:cNvSpPr>
            <a:spLocks noGrp="1"/>
          </p:cNvSpPr>
          <p:nvPr>
            <p:ph sz="half" idx="1" hasCustomPrompt="1"/>
          </p:nvPr>
        </p:nvSpPr>
        <p:spPr>
          <a:xfrm>
            <a:off x="607485" y="1604433"/>
            <a:ext cx="5342468"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16" name="Content Placeholder 2"/>
          <p:cNvSpPr>
            <a:spLocks noGrp="1"/>
          </p:cNvSpPr>
          <p:nvPr>
            <p:ph sz="half" idx="13" hasCustomPrompt="1"/>
          </p:nvPr>
        </p:nvSpPr>
        <p:spPr>
          <a:xfrm>
            <a:off x="6237817" y="1604433"/>
            <a:ext cx="5340352"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8"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1522252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7485" y="1604434"/>
            <a:ext cx="10970684" cy="4567767"/>
          </a:xfrm>
        </p:spPr>
        <p:txBody>
          <a:bodyPr anchor="ctr" anchorCtr="0"/>
          <a:lstStyle>
            <a:lvl1pPr marL="253994" indent="-253994">
              <a:defRPr sz="4800" b="1" baseline="0">
                <a:solidFill>
                  <a:schemeClr val="accent2"/>
                </a:solidFill>
                <a:latin typeface="+mn-lt"/>
                <a:cs typeface="Intel Clear"/>
              </a:defRPr>
            </a:lvl1pPr>
            <a:lvl2pPr marL="556670" indent="-300559">
              <a:buFont typeface="Intel Clear" pitchFamily="34" charset="0"/>
              <a:buChar char="–"/>
              <a:defRPr sz="1600" baseline="0">
                <a:latin typeface="+mn-lt"/>
                <a:cs typeface="Intel Clear" panose="020B0604020203020204" pitchFamily="34" charset="0"/>
              </a:defRPr>
            </a:lvl2pPr>
            <a:lvl3pPr marL="914377" indent="-304792">
              <a:buFont typeface="Intel Clear" pitchFamily="34" charset="0"/>
              <a:buChar char="–"/>
              <a:defRPr sz="1600">
                <a:latin typeface="+mn-lt"/>
              </a:defRPr>
            </a:lvl3pPr>
            <a:lvl4pPr>
              <a:buFont typeface="Intel Clear" pitchFamily="34" charset="0"/>
              <a:buChar char="–"/>
              <a:defRPr sz="1467">
                <a:latin typeface="+mn-lt"/>
              </a:defRPr>
            </a:lvl4pPr>
            <a:lvl5pPr>
              <a:buFont typeface="Intel Clear" pitchFamily="34" charset="0"/>
              <a:buChar char="–"/>
              <a:defRPr sz="1400">
                <a:latin typeface="+mn-lt"/>
              </a:defRPr>
            </a:lvl5pPr>
          </a:lstStyle>
          <a:p>
            <a:pPr lvl="0"/>
            <a:r>
              <a:rPr lang="en-US" dirty="0"/>
              <a:t>“36pt Intel Clear Bold Text”</a:t>
            </a:r>
          </a:p>
          <a:p>
            <a:pPr lvl="1"/>
            <a:r>
              <a:rPr lang="en-US" dirty="0" err="1"/>
              <a:t>12pt</a:t>
            </a:r>
            <a:r>
              <a:rPr lang="en-US" dirty="0"/>
              <a:t> Attribution</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solidFill>
                <a:prstClr val="white"/>
              </a:solidFill>
            </a:endParaRPr>
          </a:p>
        </p:txBody>
      </p:sp>
      <p:sp>
        <p:nvSpPr>
          <p:cNvPr id="6" name="Slide Number Placeholder 5"/>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1910967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12192000" cy="6358467"/>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sp>
        <p:nvSpPr>
          <p:cNvPr id="6" name="Slide Number Placeholder 5"/>
          <p:cNvSpPr>
            <a:spLocks noGrp="1"/>
          </p:cNvSpPr>
          <p:nvPr>
            <p:ph type="sldNum" sz="quarter" idx="12"/>
          </p:nvPr>
        </p:nvSpPr>
        <p:spPr>
          <a:xfrm>
            <a:off x="9163136" y="6432516"/>
            <a:ext cx="2844800" cy="365125"/>
          </a:xfrm>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4" name="Footer Placeholder 2"/>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1910190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3432175"/>
            <a:ext cx="12192000" cy="2926292"/>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sp>
        <p:nvSpPr>
          <p:cNvPr id="14" name="Footer Placeholder 2"/>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6" name="Slide Number Placeholder 5"/>
          <p:cNvSpPr>
            <a:spLocks noGrp="1"/>
          </p:cNvSpPr>
          <p:nvPr>
            <p:ph type="sldNum" sz="quarter" idx="12"/>
          </p:nvPr>
        </p:nvSpPr>
        <p:spPr>
          <a:xfrm>
            <a:off x="9163136" y="6432516"/>
            <a:ext cx="2844800" cy="365125"/>
          </a:xfrm>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8" name="Content Placeholder 2"/>
          <p:cNvSpPr>
            <a:spLocks noGrp="1"/>
          </p:cNvSpPr>
          <p:nvPr>
            <p:ph sz="half" idx="1" hasCustomPrompt="1"/>
          </p:nvPr>
        </p:nvSpPr>
        <p:spPr>
          <a:xfrm>
            <a:off x="607485" y="1604433"/>
            <a:ext cx="5342468" cy="1745720"/>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19" name="Content Placeholder 2"/>
          <p:cNvSpPr>
            <a:spLocks noGrp="1"/>
          </p:cNvSpPr>
          <p:nvPr>
            <p:ph sz="half" idx="15" hasCustomPrompt="1"/>
          </p:nvPr>
        </p:nvSpPr>
        <p:spPr>
          <a:xfrm>
            <a:off x="6237817" y="1604433"/>
            <a:ext cx="5340352" cy="1745720"/>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3" name="TextBox 2"/>
          <p:cNvSpPr txBox="1"/>
          <p:nvPr userDrawn="1"/>
        </p:nvSpPr>
        <p:spPr>
          <a:xfrm>
            <a:off x="1345983" y="6634394"/>
            <a:ext cx="184731" cy="297454"/>
          </a:xfrm>
          <a:prstGeom prst="rect">
            <a:avLst/>
          </a:prstGeom>
          <a:noFill/>
        </p:spPr>
        <p:txBody>
          <a:bodyPr wrap="none" rtlCol="0">
            <a:spAutoFit/>
          </a:bodyPr>
          <a:lstStyle/>
          <a:p>
            <a:pPr defTabSz="609585"/>
            <a:endParaRPr lang="en-US" sz="1333" dirty="0">
              <a:solidFill>
                <a:srgbClr val="003C71"/>
              </a:solidFill>
              <a:cs typeface="Intel Clear"/>
            </a:endParaRPr>
          </a:p>
        </p:txBody>
      </p:sp>
      <p:sp>
        <p:nvSpPr>
          <p:cNvPr id="10"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1092191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237818" y="2"/>
            <a:ext cx="5954183" cy="6358465"/>
          </a:xfrm>
          <a:solidFill>
            <a:schemeClr val="bg2">
              <a:lumMod val="60000"/>
              <a:lumOff val="40000"/>
            </a:schemeClr>
          </a:solidFill>
        </p:spPr>
        <p:txBody>
          <a:bodyPr/>
          <a:lstStyle>
            <a:lvl1pPr>
              <a:defRPr baseline="0"/>
            </a:lvl1pPr>
          </a:lstStyle>
          <a:p>
            <a:r>
              <a:rPr lang="en-US" dirty="0"/>
              <a:t>Insert photo here. Drag picture to placeholder or click icon to add.</a:t>
            </a:r>
          </a:p>
        </p:txBody>
      </p:sp>
      <p:sp>
        <p:nvSpPr>
          <p:cNvPr id="2" name="Title 1"/>
          <p:cNvSpPr>
            <a:spLocks noGrp="1"/>
          </p:cNvSpPr>
          <p:nvPr>
            <p:ph type="title" hasCustomPrompt="1"/>
          </p:nvPr>
        </p:nvSpPr>
        <p:spPr>
          <a:xfrm>
            <a:off x="607484" y="411797"/>
            <a:ext cx="5342467" cy="1158240"/>
          </a:xfrm>
        </p:spPr>
        <p:txBody>
          <a:bodyPr>
            <a:noAutofit/>
          </a:bodyPr>
          <a:lstStyle>
            <a:lvl1pPr>
              <a:defRPr sz="3733" b="0" i="0" baseline="0">
                <a:latin typeface="Intel Clear"/>
                <a:cs typeface="Intel Clear"/>
              </a:defRPr>
            </a:lvl1pPr>
          </a:lstStyle>
          <a:p>
            <a:r>
              <a:rPr lang="en-US" dirty="0"/>
              <a:t>28pt Intel Clear Headline</a:t>
            </a:r>
          </a:p>
        </p:txBody>
      </p:sp>
      <p:sp>
        <p:nvSpPr>
          <p:cNvPr id="14" name="Footer Placeholder 2"/>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6" name="Slide Number Placeholder 5"/>
          <p:cNvSpPr>
            <a:spLocks noGrp="1"/>
          </p:cNvSpPr>
          <p:nvPr>
            <p:ph type="sldNum" sz="quarter" idx="12"/>
          </p:nvPr>
        </p:nvSpPr>
        <p:spPr>
          <a:xfrm>
            <a:off x="9163136" y="6432516"/>
            <a:ext cx="2844800" cy="365125"/>
          </a:xfrm>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7" name="Content Placeholder 2"/>
          <p:cNvSpPr>
            <a:spLocks noGrp="1"/>
          </p:cNvSpPr>
          <p:nvPr>
            <p:ph sz="half" idx="1" hasCustomPrompt="1"/>
          </p:nvPr>
        </p:nvSpPr>
        <p:spPr>
          <a:xfrm>
            <a:off x="607485" y="1766992"/>
            <a:ext cx="5342467"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Tree>
    <p:extLst>
      <p:ext uri="{BB962C8B-B14F-4D97-AF65-F5344CB8AC3E}">
        <p14:creationId xmlns:p14="http://schemas.microsoft.com/office/powerpoint/2010/main" val="1383120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484" y="2810749"/>
            <a:ext cx="10363200" cy="1362075"/>
          </a:xfrm>
        </p:spPr>
        <p:txBody>
          <a:bodyPr anchor="b" anchorCtr="0">
            <a:noAutofit/>
          </a:bodyPr>
          <a:lstStyle>
            <a:lvl1pPr algn="l">
              <a:lnSpc>
                <a:spcPct val="80000"/>
              </a:lnSpc>
              <a:defRPr sz="72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a:t>54pt Intel Clear Pro</a:t>
            </a:r>
            <a:br>
              <a:rPr lang="en-US" dirty="0"/>
            </a:br>
            <a:r>
              <a:rPr lang="en-US" dirty="0"/>
              <a:t>white section break</a:t>
            </a:r>
          </a:p>
        </p:txBody>
      </p:sp>
      <p:sp>
        <p:nvSpPr>
          <p:cNvPr id="3" name="Text Placeholder 2"/>
          <p:cNvSpPr>
            <a:spLocks noGrp="1"/>
          </p:cNvSpPr>
          <p:nvPr>
            <p:ph type="body" idx="1" hasCustomPrompt="1"/>
          </p:nvPr>
        </p:nvSpPr>
        <p:spPr>
          <a:xfrm>
            <a:off x="607484" y="4321533"/>
            <a:ext cx="10363200" cy="1500187"/>
          </a:xfrm>
        </p:spPr>
        <p:txBody>
          <a:bodyPr anchor="t" anchorCtr="0">
            <a:noAutofit/>
          </a:bodyPr>
          <a:lstStyle>
            <a:lvl1pPr marL="0" indent="0">
              <a:buNone/>
              <a:defRPr sz="2133" b="0" baseline="0">
                <a:solidFill>
                  <a:schemeClr val="accent2"/>
                </a:solidFill>
                <a:latin typeface="+mn-lt"/>
                <a:cs typeface="Intel Clear" panose="020B060402020302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16pt Intel Clear Subhead</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5308915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userDrawn="1">
            <p:ph type="title" hasCustomPrompt="1"/>
          </p:nvPr>
        </p:nvSpPr>
        <p:spPr>
          <a:xfrm>
            <a:off x="607484" y="2810749"/>
            <a:ext cx="10363200" cy="1362075"/>
          </a:xfrm>
        </p:spPr>
        <p:txBody>
          <a:bodyPr anchor="b" anchorCtr="0">
            <a:noAutofit/>
          </a:bodyPr>
          <a:lstStyle>
            <a:lvl1pPr algn="l">
              <a:lnSpc>
                <a:spcPct val="80000"/>
              </a:lnSpc>
              <a:defRPr sz="72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a:t>54pt Intel Clear Pro</a:t>
            </a:r>
            <a:br>
              <a:rPr lang="en-US" dirty="0"/>
            </a:br>
            <a:r>
              <a:rPr lang="en-US" dirty="0"/>
              <a:t>blue section break</a:t>
            </a:r>
          </a:p>
        </p:txBody>
      </p:sp>
      <p:sp>
        <p:nvSpPr>
          <p:cNvPr id="3" name="Text Placeholder 2"/>
          <p:cNvSpPr>
            <a:spLocks noGrp="1"/>
          </p:cNvSpPr>
          <p:nvPr userDrawn="1">
            <p:ph type="body" idx="1" hasCustomPrompt="1"/>
          </p:nvPr>
        </p:nvSpPr>
        <p:spPr>
          <a:xfrm>
            <a:off x="607484" y="4321533"/>
            <a:ext cx="10363200" cy="1500187"/>
          </a:xfrm>
        </p:spPr>
        <p:txBody>
          <a:bodyPr anchor="t" anchorCtr="0">
            <a:noAutofit/>
          </a:bodyPr>
          <a:lstStyle>
            <a:lvl1pPr marL="0" indent="0">
              <a:buNone/>
              <a:defRPr sz="2133" b="0" i="0" baseline="0">
                <a:solidFill>
                  <a:srgbClr val="F3D54E"/>
                </a:solidFill>
                <a:latin typeface="Intel Clear"/>
                <a:cs typeface="Intel Clear"/>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16pt Intel Clear Subhead</a:t>
            </a:r>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2744" y="6276197"/>
            <a:ext cx="1393965" cy="474801"/>
          </a:xfrm>
          <a:prstGeom prst="rect">
            <a:avLst/>
          </a:prstGeom>
        </p:spPr>
      </p:pic>
    </p:spTree>
    <p:extLst>
      <p:ext uri="{BB962C8B-B14F-4D97-AF65-F5344CB8AC3E}">
        <p14:creationId xmlns:p14="http://schemas.microsoft.com/office/powerpoint/2010/main" val="18164327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07484" y="2979843"/>
            <a:ext cx="10363200" cy="1500187"/>
          </a:xfrm>
        </p:spPr>
        <p:txBody>
          <a:bodyPr anchor="t" anchorCtr="0">
            <a:noAutofit/>
          </a:bodyPr>
          <a:lstStyle>
            <a:lvl1pPr marL="0" indent="0">
              <a:buNone/>
              <a:defRPr sz="5333" b="0" baseline="0">
                <a:solidFill>
                  <a:schemeClr val="accent2"/>
                </a:solidFill>
                <a:latin typeface="Intel Clear"/>
                <a:ea typeface="Intel Clear"/>
                <a:cs typeface="Intel Clear"/>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40pt Intel Clear Light Body.</a:t>
            </a:r>
            <a:br>
              <a:rPr lang="en-US" dirty="0"/>
            </a:br>
            <a:r>
              <a:rPr lang="en-US" dirty="0"/>
              <a:t>For content that is not a section, but has a big idea in text only.</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solidFill>
                  <a:prstClr val="white"/>
                </a:solidFill>
              </a:rPr>
              <a:pPr/>
              <a:t>‹#›</a:t>
            </a:fld>
            <a:endParaRPr lang="en-US" dirty="0">
              <a:solidFill>
                <a:prstClr val="white"/>
              </a:solidFill>
            </a:endParaRPr>
          </a:p>
        </p:txBody>
      </p:sp>
      <p:sp>
        <p:nvSpPr>
          <p:cNvPr id="7" name="Title 1"/>
          <p:cNvSpPr>
            <a:spLocks noGrp="1"/>
          </p:cNvSpPr>
          <p:nvPr>
            <p:ph type="title" hasCustomPrompt="1"/>
          </p:nvPr>
        </p:nvSpPr>
        <p:spPr>
          <a:xfrm>
            <a:off x="607484" y="1469059"/>
            <a:ext cx="10363200" cy="1362075"/>
          </a:xfrm>
        </p:spPr>
        <p:txBody>
          <a:bodyPr anchor="b" anchorCtr="0">
            <a:noAutofit/>
          </a:bodyPr>
          <a:lstStyle>
            <a:lvl1pPr algn="l">
              <a:lnSpc>
                <a:spcPct val="80000"/>
              </a:lnSpc>
              <a:defRPr sz="5333"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40pt Intel Clear Heading</a:t>
            </a:r>
          </a:p>
        </p:txBody>
      </p:sp>
    </p:spTree>
    <p:extLst>
      <p:ext uri="{BB962C8B-B14F-4D97-AF65-F5344CB8AC3E}">
        <p14:creationId xmlns:p14="http://schemas.microsoft.com/office/powerpoint/2010/main" val="8290538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484" y="3013451"/>
            <a:ext cx="10363200" cy="1362075"/>
          </a:xfrm>
        </p:spPr>
        <p:txBody>
          <a:bodyPr anchor="b" anchorCtr="0">
            <a:noAutofit/>
          </a:bodyPr>
          <a:lstStyle>
            <a:lvl1pPr algn="l">
              <a:lnSpc>
                <a:spcPct val="80000"/>
              </a:lnSpc>
              <a:defRPr sz="72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a:t>54pt Intel Clear Pro blue section</a:t>
            </a:r>
          </a:p>
        </p:txBody>
      </p:sp>
      <p:sp>
        <p:nvSpPr>
          <p:cNvPr id="3" name="Text Placeholder 2"/>
          <p:cNvSpPr>
            <a:spLocks noGrp="1"/>
          </p:cNvSpPr>
          <p:nvPr>
            <p:ph type="body" idx="1" hasCustomPrompt="1"/>
          </p:nvPr>
        </p:nvSpPr>
        <p:spPr>
          <a:xfrm>
            <a:off x="607484" y="4465049"/>
            <a:ext cx="10363200" cy="1500187"/>
          </a:xfrm>
        </p:spPr>
        <p:txBody>
          <a:bodyPr anchor="t" anchorCtr="0">
            <a:noAutofit/>
          </a:bodyPr>
          <a:lstStyle>
            <a:lvl1pPr marL="0" indent="0">
              <a:buNone/>
              <a:defRPr sz="2133" b="0" baseline="0">
                <a:solidFill>
                  <a:srgbClr val="F3D54E"/>
                </a:solidFill>
                <a:latin typeface="+mn-lt"/>
                <a:cs typeface="Intel Clear" panose="020B060402020302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16pt Intel Clear Subhead</a:t>
            </a:r>
          </a:p>
        </p:txBody>
      </p:sp>
      <p:sp>
        <p:nvSpPr>
          <p:cNvPr id="5" name="Picture Placeholder 4"/>
          <p:cNvSpPr>
            <a:spLocks noGrp="1"/>
          </p:cNvSpPr>
          <p:nvPr>
            <p:ph type="pic" sz="quarter" idx="13" hasCustomPrompt="1"/>
          </p:nvPr>
        </p:nvSpPr>
        <p:spPr>
          <a:xfrm>
            <a:off x="0" y="2"/>
            <a:ext cx="12192000" cy="3432175"/>
          </a:xfrm>
          <a:solidFill>
            <a:schemeClr val="bg2">
              <a:lumMod val="60000"/>
              <a:lumOff val="40000"/>
            </a:schemeClr>
          </a:solidFill>
        </p:spPr>
        <p:txBody>
          <a:bodyPr/>
          <a:lstStyle>
            <a:lvl1pPr>
              <a:defRPr baseline="0">
                <a:solidFill>
                  <a:srgbClr val="0071C5"/>
                </a:solidFill>
              </a:defRPr>
            </a:lvl1pPr>
          </a:lstStyle>
          <a:p>
            <a:r>
              <a:rPr lang="en-US" dirty="0"/>
              <a:t>Insert photo here. Drag picture to placeholder or click icon to add.</a:t>
            </a:r>
          </a:p>
        </p:txBody>
      </p:sp>
    </p:spTree>
    <p:extLst>
      <p:ext uri="{BB962C8B-B14F-4D97-AF65-F5344CB8AC3E}">
        <p14:creationId xmlns:p14="http://schemas.microsoft.com/office/powerpoint/2010/main" val="1760169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5" name="Slide Number Placeholder 4"/>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6"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11068321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dirty="0">
              <a:solidFill>
                <a:prstClr val="white"/>
              </a:solidFill>
            </a:endParaRPr>
          </a:p>
        </p:txBody>
      </p:sp>
      <p:sp>
        <p:nvSpPr>
          <p:cNvPr id="4" name="Slide Number Placeholder 3"/>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525715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2" descr="\\.psf\Home\Desktop\Intel.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636577" y="2500173"/>
            <a:ext cx="2811727" cy="185318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8834971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1_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int_experience_wht_rgb_3000.png"/>
          <p:cNvPicPr>
            <a:picLocks noChangeAspect="1"/>
          </p:cNvPicPr>
          <p:nvPr userDrawn="1"/>
        </p:nvPicPr>
        <p:blipFill>
          <a:blip r:embed="rId3" cstate="print">
            <a:alphaModFix/>
            <a:extLst>
              <a:ext uri="{28A0092B-C50C-407E-A947-70E740481C1C}">
                <a14:useLocalDpi xmlns:a14="http://schemas.microsoft.com/office/drawing/2010/main" val="0"/>
              </a:ext>
            </a:extLst>
          </a:blip>
          <a:stretch>
            <a:fillRect/>
          </a:stretch>
        </p:blipFill>
        <p:spPr>
          <a:xfrm>
            <a:off x="4653643" y="2257769"/>
            <a:ext cx="2780507" cy="2818505"/>
          </a:xfrm>
          <a:prstGeom prst="rect">
            <a:avLst/>
          </a:prstGeom>
        </p:spPr>
      </p:pic>
    </p:spTree>
    <p:extLst>
      <p:ext uri="{BB962C8B-B14F-4D97-AF65-F5344CB8AC3E}">
        <p14:creationId xmlns:p14="http://schemas.microsoft.com/office/powerpoint/2010/main" val="8027930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2" y="6459786"/>
            <a:ext cx="2472271" cy="365125"/>
          </a:xfrm>
          <a:prstGeom prst="rect">
            <a:avLst/>
          </a:prstGeom>
        </p:spPr>
        <p:txBody>
          <a:bodyPr/>
          <a:lstStyle/>
          <a:p>
            <a:pPr defTabSz="609585"/>
            <a:fld id="{4241BA20-760E-460C-B72C-1F23BE99271A}" type="datetimeFigureOut">
              <a:rPr lang="en-US">
                <a:solidFill>
                  <a:prstClr val="black"/>
                </a:solidFill>
              </a:rPr>
              <a:pPr defTabSz="609585"/>
              <a:t>12/13/2022</a:t>
            </a:fld>
            <a:endParaRPr lang="en-US" dirty="0">
              <a:solidFill>
                <a:prstClr val="black"/>
              </a:solidFill>
            </a:endParaRPr>
          </a:p>
        </p:txBody>
      </p:sp>
      <p:sp>
        <p:nvSpPr>
          <p:cNvPr id="5" name="Footer Placeholder 4"/>
          <p:cNvSpPr>
            <a:spLocks noGrp="1"/>
          </p:cNvSpPr>
          <p:nvPr>
            <p:ph type="ftr" sz="quarter" idx="11"/>
          </p:nvPr>
        </p:nvSpPr>
        <p:spPr/>
        <p:txBody>
          <a:bodyPr/>
          <a:lstStyle/>
          <a:p>
            <a:endParaRPr lang="en-US" dirty="0">
              <a:solidFill>
                <a:prstClr val="white"/>
              </a:solidFill>
            </a:endParaRPr>
          </a:p>
        </p:txBody>
      </p:sp>
      <p:sp>
        <p:nvSpPr>
          <p:cNvPr id="6" name="Slide Number Placeholder 5"/>
          <p:cNvSpPr>
            <a:spLocks noGrp="1"/>
          </p:cNvSpPr>
          <p:nvPr>
            <p:ph type="sldNum" sz="quarter" idx="12"/>
          </p:nvPr>
        </p:nvSpPr>
        <p:spPr/>
        <p:txBody>
          <a:bodyPr/>
          <a:lstStyle/>
          <a:p>
            <a:fld id="{7C9B5F7C-37D1-4049-9B6D-B4BB08B5766C}"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35321532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 preserve="1">
  <p:cSld name="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2916" y="3305897"/>
            <a:ext cx="10950515" cy="1470025"/>
          </a:xfrm>
        </p:spPr>
        <p:txBody>
          <a:bodyPr lIns="0" rIns="0" anchor="b" anchorCtr="0">
            <a:noAutofit/>
          </a:bodyPr>
          <a:lstStyle>
            <a:lvl1pPr>
              <a:lnSpc>
                <a:spcPct val="80000"/>
              </a:lnSpc>
              <a:defRPr sz="8666" b="0" spc="0" baseline="0">
                <a:solidFill>
                  <a:schemeClr val="bg1"/>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radial gradient</a:t>
            </a:r>
          </a:p>
        </p:txBody>
      </p:sp>
      <p:sp>
        <p:nvSpPr>
          <p:cNvPr id="3"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16pt Intel Clear Subhead, Date, Etc.</a:t>
            </a:r>
          </a:p>
        </p:txBody>
      </p:sp>
      <p:pic>
        <p:nvPicPr>
          <p:cNvPr id="6" name="Picture 2"/>
          <p:cNvPicPr>
            <a:picLocks noChangeAspect="1" noChangeArrowheads="1"/>
          </p:cNvPicPr>
          <p:nvPr userDrawn="1"/>
        </p:nvPicPr>
        <p:blipFill>
          <a:blip r:embed="rId3" cstate="screen">
            <a:extLst>
              <a:ext uri="{28A0092B-C50C-407E-A947-70E740481C1C}">
                <a14:useLocalDpi xmlns:a14="http://schemas.microsoft.com/office/drawing/2010/main"/>
              </a:ext>
            </a:extLst>
          </a:blip>
          <a:stretch>
            <a:fillRect/>
          </a:stretch>
        </p:blipFill>
        <p:spPr bwMode="auto">
          <a:xfrm>
            <a:off x="602397" y="510892"/>
            <a:ext cx="1664065" cy="110646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8383468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592916" y="3305897"/>
            <a:ext cx="10950515" cy="1470025"/>
          </a:xfrm>
        </p:spPr>
        <p:txBody>
          <a:bodyPr lIns="0" rIns="0" anchor="b" anchorCtr="0">
            <a:noAutofit/>
          </a:bodyPr>
          <a:lstStyle>
            <a:lvl1pPr>
              <a:lnSpc>
                <a:spcPct val="80000"/>
              </a:lnSpc>
              <a:defRPr sz="8666" b="0" spc="0" baseline="0">
                <a:solidFill>
                  <a:schemeClr val="bg1"/>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radial gradient</a:t>
            </a:r>
          </a:p>
        </p:txBody>
      </p:sp>
      <p:sp>
        <p:nvSpPr>
          <p:cNvPr id="9"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16pt Intel Clear Subhead, Date, Etc.</a:t>
            </a:r>
          </a:p>
        </p:txBody>
      </p:sp>
      <p:pic>
        <p:nvPicPr>
          <p:cNvPr id="10" name="Picture 9" descr="int_experience_hrz_wht_rgb_1500.png"/>
          <p:cNvPicPr>
            <a:picLocks noChangeAspect="1"/>
          </p:cNvPicPr>
          <p:nvPr userDrawn="1"/>
        </p:nvPicPr>
        <p:blipFill>
          <a:blip r:embed="rId3" cstate="screen">
            <a:alphaModFix/>
            <a:extLst>
              <a:ext uri="{28A0092B-C50C-407E-A947-70E740481C1C}">
                <a14:useLocalDpi xmlns:a14="http://schemas.microsoft.com/office/drawing/2010/main"/>
              </a:ext>
            </a:extLst>
          </a:blip>
          <a:stretch>
            <a:fillRect/>
          </a:stretch>
        </p:blipFill>
        <p:spPr>
          <a:xfrm>
            <a:off x="614258" y="518971"/>
            <a:ext cx="2829021" cy="1183045"/>
          </a:xfrm>
          <a:prstGeom prst="rect">
            <a:avLst/>
          </a:prstGeom>
        </p:spPr>
      </p:pic>
    </p:spTree>
    <p:extLst>
      <p:ext uri="{BB962C8B-B14F-4D97-AF65-F5344CB8AC3E}">
        <p14:creationId xmlns:p14="http://schemas.microsoft.com/office/powerpoint/2010/main" val="40391541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12192000" cy="6358467"/>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pic>
        <p:nvPicPr>
          <p:cNvPr id="9" name="Picture 2"/>
          <p:cNvPicPr>
            <a:picLocks noChangeAspect="1" noChangeArrowheads="1"/>
          </p:cNvPicPr>
          <p:nvPr userDrawn="1"/>
        </p:nvPicPr>
        <p:blipFill>
          <a:blip r:embed="rId2" cstate="screen">
            <a:extLst>
              <a:ext uri="{28A0092B-C50C-407E-A947-70E740481C1C}">
                <a14:useLocalDpi xmlns:a14="http://schemas.microsoft.com/office/drawing/2010/main"/>
              </a:ext>
            </a:extLst>
          </a:blip>
          <a:stretch>
            <a:fillRect/>
          </a:stretch>
        </p:blipFill>
        <p:spPr bwMode="auto">
          <a:xfrm>
            <a:off x="602397" y="510892"/>
            <a:ext cx="1664065" cy="1106467"/>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Title 1"/>
          <p:cNvSpPr>
            <a:spLocks noGrp="1"/>
          </p:cNvSpPr>
          <p:nvPr>
            <p:ph type="ctrTitle" hasCustomPrompt="1"/>
          </p:nvPr>
        </p:nvSpPr>
        <p:spPr>
          <a:xfrm>
            <a:off x="592916" y="3305897"/>
            <a:ext cx="10950515" cy="1470025"/>
          </a:xfrm>
        </p:spPr>
        <p:txBody>
          <a:bodyPr lIns="0" rIns="0" anchor="b" anchorCtr="0">
            <a:noAutofit/>
          </a:bodyPr>
          <a:lstStyle>
            <a:lvl1pPr>
              <a:lnSpc>
                <a:spcPct val="80000"/>
              </a:lnSpc>
              <a:defRPr sz="8666" b="0" spc="0" baseline="0">
                <a:solidFill>
                  <a:schemeClr val="bg1"/>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image</a:t>
            </a:r>
          </a:p>
        </p:txBody>
      </p:sp>
      <p:sp>
        <p:nvSpPr>
          <p:cNvPr id="14"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16pt Intel Clear Subhead, Date, Etc.</a:t>
            </a:r>
          </a:p>
        </p:txBody>
      </p:sp>
    </p:spTree>
    <p:extLst>
      <p:ext uri="{BB962C8B-B14F-4D97-AF65-F5344CB8AC3E}">
        <p14:creationId xmlns:p14="http://schemas.microsoft.com/office/powerpoint/2010/main" val="20555017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dirty="0">
              <a:solidFill>
                <a:prstClr val="white"/>
              </a:solidFill>
            </a:endParaRPr>
          </a:p>
        </p:txBody>
      </p:sp>
      <p:sp>
        <p:nvSpPr>
          <p:cNvPr id="6" name="Slide Number Placeholder 5"/>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
        <p:nvSpPr>
          <p:cNvPr id="9" name="Content Placeholder 8"/>
          <p:cNvSpPr>
            <a:spLocks noGrp="1"/>
          </p:cNvSpPr>
          <p:nvPr>
            <p:ph sz="quarter" idx="13" hasCustomPrompt="1"/>
          </p:nvPr>
        </p:nvSpPr>
        <p:spPr>
          <a:xfrm>
            <a:off x="607484" y="1604434"/>
            <a:ext cx="10970683" cy="4567767"/>
          </a:xfrm>
        </p:spPr>
        <p:txBody>
          <a:bodyPr/>
          <a:lstStyle>
            <a:lvl1pPr>
              <a:defRPr>
                <a:solidFill>
                  <a:srgbClr val="0071C5"/>
                </a:solidFill>
              </a:defRPr>
            </a:lvl1pPr>
            <a:lvl2pPr>
              <a:defRPr sz="2400"/>
            </a:lvl2pPr>
            <a:lvl3pPr>
              <a:defRPr sz="2400"/>
            </a:lvl3pPr>
            <a:lvl4pPr>
              <a:defRPr sz="2133"/>
            </a:lvl4pPr>
          </a:lstStyle>
          <a:p>
            <a:pPr lvl="0"/>
            <a:r>
              <a:rPr lang="en-US" dirty="0"/>
              <a:t>18pt Intel Clear body text</a:t>
            </a:r>
          </a:p>
          <a:p>
            <a:pPr lvl="1"/>
            <a:r>
              <a:rPr lang="en-US" dirty="0"/>
              <a:t>18pt Intel Clear bullet one</a:t>
            </a:r>
          </a:p>
          <a:p>
            <a:pPr lvl="2"/>
            <a:r>
              <a:rPr lang="en-US" dirty="0"/>
              <a:t>18pt Intel Clear sub-bullet</a:t>
            </a:r>
          </a:p>
          <a:p>
            <a:pPr lvl="3"/>
            <a:r>
              <a:rPr lang="en-US" dirty="0"/>
              <a:t>16pt Intel Clear fourth level</a:t>
            </a:r>
          </a:p>
          <a:p>
            <a:pPr lvl="4"/>
            <a:r>
              <a:rPr lang="en-US" dirty="0" err="1"/>
              <a:t>14pt</a:t>
            </a:r>
            <a:r>
              <a:rPr lang="en-US" dirty="0"/>
              <a:t> Intel Clear fifth level</a:t>
            </a:r>
          </a:p>
        </p:txBody>
      </p:sp>
    </p:spTree>
    <p:extLst>
      <p:ext uri="{BB962C8B-B14F-4D97-AF65-F5344CB8AC3E}">
        <p14:creationId xmlns:p14="http://schemas.microsoft.com/office/powerpoint/2010/main" val="10564269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solidFill>
                <a:prstClr val="white"/>
              </a:solidFill>
            </a:endParaRPr>
          </a:p>
        </p:txBody>
      </p:sp>
      <p:sp>
        <p:nvSpPr>
          <p:cNvPr id="7" name="Slide Number Placeholder 6"/>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5" name="Content Placeholder 2"/>
          <p:cNvSpPr>
            <a:spLocks noGrp="1"/>
          </p:cNvSpPr>
          <p:nvPr>
            <p:ph sz="half" idx="1" hasCustomPrompt="1"/>
          </p:nvPr>
        </p:nvSpPr>
        <p:spPr>
          <a:xfrm>
            <a:off x="607485" y="1604433"/>
            <a:ext cx="5342468"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8"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
        <p:nvSpPr>
          <p:cNvPr id="9" name="Picture Placeholder 8"/>
          <p:cNvSpPr>
            <a:spLocks noGrp="1"/>
          </p:cNvSpPr>
          <p:nvPr>
            <p:ph type="pic" sz="quarter" idx="13"/>
          </p:nvPr>
        </p:nvSpPr>
        <p:spPr>
          <a:xfrm>
            <a:off x="6441018" y="1257907"/>
            <a:ext cx="4241497" cy="2227933"/>
          </a:xfrm>
          <a:solidFill>
            <a:schemeClr val="bg2">
              <a:lumMod val="60000"/>
              <a:lumOff val="40000"/>
            </a:schemeClr>
          </a:solidFill>
        </p:spPr>
        <p:txBody>
          <a:bodyPr/>
          <a:lstStyle>
            <a:lvl1pPr>
              <a:defRPr sz="2400">
                <a:latin typeface="Intel Clear"/>
              </a:defRPr>
            </a:lvl1pPr>
          </a:lstStyle>
          <a:p>
            <a:endParaRPr lang="en-US" sz="1467" dirty="0">
              <a:latin typeface="Arial"/>
            </a:endParaRPr>
          </a:p>
        </p:txBody>
      </p:sp>
      <p:sp>
        <p:nvSpPr>
          <p:cNvPr id="10" name="Picture Placeholder 8"/>
          <p:cNvSpPr>
            <a:spLocks noGrp="1"/>
          </p:cNvSpPr>
          <p:nvPr>
            <p:ph type="pic" sz="quarter" idx="14"/>
          </p:nvPr>
        </p:nvSpPr>
        <p:spPr>
          <a:xfrm>
            <a:off x="6441018" y="3791863"/>
            <a:ext cx="4241497" cy="2227933"/>
          </a:xfrm>
          <a:solidFill>
            <a:schemeClr val="bg2">
              <a:lumMod val="60000"/>
              <a:lumOff val="40000"/>
            </a:schemeClr>
          </a:solidFill>
        </p:spPr>
        <p:txBody>
          <a:bodyPr/>
          <a:lstStyle>
            <a:lvl1pPr>
              <a:defRPr sz="2400">
                <a:latin typeface="Intel Clear"/>
              </a:defRPr>
            </a:lvl1pPr>
          </a:lstStyle>
          <a:p>
            <a:endParaRPr lang="en-US" sz="1467" dirty="0">
              <a:latin typeface="Arial"/>
            </a:endParaRPr>
          </a:p>
        </p:txBody>
      </p:sp>
    </p:spTree>
    <p:extLst>
      <p:ext uri="{BB962C8B-B14F-4D97-AF65-F5344CB8AC3E}">
        <p14:creationId xmlns:p14="http://schemas.microsoft.com/office/powerpoint/2010/main" val="6382861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solidFill>
                <a:prstClr val="white"/>
              </a:solidFill>
            </a:endParaRPr>
          </a:p>
        </p:txBody>
      </p:sp>
      <p:sp>
        <p:nvSpPr>
          <p:cNvPr id="7" name="Slide Number Placeholder 6"/>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5" name="Content Placeholder 2"/>
          <p:cNvSpPr>
            <a:spLocks noGrp="1"/>
          </p:cNvSpPr>
          <p:nvPr>
            <p:ph sz="half" idx="1" hasCustomPrompt="1"/>
          </p:nvPr>
        </p:nvSpPr>
        <p:spPr>
          <a:xfrm>
            <a:off x="607485" y="1604433"/>
            <a:ext cx="5342468"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16" name="Content Placeholder 2"/>
          <p:cNvSpPr>
            <a:spLocks noGrp="1"/>
          </p:cNvSpPr>
          <p:nvPr>
            <p:ph sz="half" idx="13" hasCustomPrompt="1"/>
          </p:nvPr>
        </p:nvSpPr>
        <p:spPr>
          <a:xfrm>
            <a:off x="6237817" y="1604433"/>
            <a:ext cx="5340352"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8"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21295890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7485" y="1604434"/>
            <a:ext cx="10970684" cy="4567767"/>
          </a:xfrm>
        </p:spPr>
        <p:txBody>
          <a:bodyPr anchor="ctr" anchorCtr="0"/>
          <a:lstStyle>
            <a:lvl1pPr marL="253994" indent="-253994">
              <a:defRPr sz="4800" b="1" baseline="0">
                <a:solidFill>
                  <a:schemeClr val="accent2"/>
                </a:solidFill>
                <a:latin typeface="+mn-lt"/>
                <a:cs typeface="Intel Clear"/>
              </a:defRPr>
            </a:lvl1pPr>
            <a:lvl2pPr marL="556670" indent="-300559">
              <a:buFont typeface="Intel Clear" pitchFamily="34" charset="0"/>
              <a:buChar char="–"/>
              <a:defRPr sz="1600" baseline="0">
                <a:latin typeface="+mn-lt"/>
                <a:cs typeface="Intel Clear" panose="020B0604020203020204" pitchFamily="34" charset="0"/>
              </a:defRPr>
            </a:lvl2pPr>
            <a:lvl3pPr marL="914377" indent="-304792">
              <a:buFont typeface="Intel Clear" pitchFamily="34" charset="0"/>
              <a:buChar char="–"/>
              <a:defRPr sz="1600">
                <a:latin typeface="+mn-lt"/>
              </a:defRPr>
            </a:lvl3pPr>
            <a:lvl4pPr>
              <a:buFont typeface="Intel Clear" pitchFamily="34" charset="0"/>
              <a:buChar char="–"/>
              <a:defRPr sz="1467">
                <a:latin typeface="+mn-lt"/>
              </a:defRPr>
            </a:lvl4pPr>
            <a:lvl5pPr>
              <a:buFont typeface="Intel Clear" pitchFamily="34" charset="0"/>
              <a:buChar char="–"/>
              <a:defRPr sz="1400">
                <a:latin typeface="+mn-lt"/>
              </a:defRPr>
            </a:lvl5pPr>
          </a:lstStyle>
          <a:p>
            <a:pPr lvl="0"/>
            <a:r>
              <a:rPr lang="en-US" dirty="0"/>
              <a:t>“36pt Intel Clear Bold Text”</a:t>
            </a:r>
          </a:p>
          <a:p>
            <a:pPr lvl="1"/>
            <a:r>
              <a:rPr lang="en-US" dirty="0" err="1"/>
              <a:t>12pt</a:t>
            </a:r>
            <a:r>
              <a:rPr lang="en-US" dirty="0"/>
              <a:t> Attribution</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solidFill>
                <a:prstClr val="white"/>
              </a:solidFill>
            </a:endParaRPr>
          </a:p>
        </p:txBody>
      </p:sp>
      <p:sp>
        <p:nvSpPr>
          <p:cNvPr id="6" name="Slide Number Placeholder 5"/>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16055190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12192000" cy="6358467"/>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sp>
        <p:nvSpPr>
          <p:cNvPr id="6" name="Slide Number Placeholder 5"/>
          <p:cNvSpPr>
            <a:spLocks noGrp="1"/>
          </p:cNvSpPr>
          <p:nvPr>
            <p:ph type="sldNum" sz="quarter" idx="12"/>
          </p:nvPr>
        </p:nvSpPr>
        <p:spPr>
          <a:xfrm>
            <a:off x="9163136" y="6432516"/>
            <a:ext cx="2844800" cy="365125"/>
          </a:xfrm>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4" name="Footer Placeholder 2"/>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19942509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3432175"/>
            <a:ext cx="12192000" cy="2926292"/>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sp>
        <p:nvSpPr>
          <p:cNvPr id="14" name="Footer Placeholder 2"/>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6" name="Slide Number Placeholder 5"/>
          <p:cNvSpPr>
            <a:spLocks noGrp="1"/>
          </p:cNvSpPr>
          <p:nvPr>
            <p:ph type="sldNum" sz="quarter" idx="12"/>
          </p:nvPr>
        </p:nvSpPr>
        <p:spPr>
          <a:xfrm>
            <a:off x="9163136" y="6432516"/>
            <a:ext cx="2844800" cy="365125"/>
          </a:xfrm>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8" name="Content Placeholder 2"/>
          <p:cNvSpPr>
            <a:spLocks noGrp="1"/>
          </p:cNvSpPr>
          <p:nvPr>
            <p:ph sz="half" idx="1" hasCustomPrompt="1"/>
          </p:nvPr>
        </p:nvSpPr>
        <p:spPr>
          <a:xfrm>
            <a:off x="607485" y="1604433"/>
            <a:ext cx="5342468" cy="1745720"/>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19" name="Content Placeholder 2"/>
          <p:cNvSpPr>
            <a:spLocks noGrp="1"/>
          </p:cNvSpPr>
          <p:nvPr>
            <p:ph sz="half" idx="15" hasCustomPrompt="1"/>
          </p:nvPr>
        </p:nvSpPr>
        <p:spPr>
          <a:xfrm>
            <a:off x="6237817" y="1604433"/>
            <a:ext cx="5340352" cy="1745720"/>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3" name="TextBox 2"/>
          <p:cNvSpPr txBox="1"/>
          <p:nvPr userDrawn="1"/>
        </p:nvSpPr>
        <p:spPr>
          <a:xfrm>
            <a:off x="1345983" y="6634394"/>
            <a:ext cx="184731" cy="297454"/>
          </a:xfrm>
          <a:prstGeom prst="rect">
            <a:avLst/>
          </a:prstGeom>
          <a:noFill/>
        </p:spPr>
        <p:txBody>
          <a:bodyPr wrap="none" rtlCol="0">
            <a:spAutoFit/>
          </a:bodyPr>
          <a:lstStyle/>
          <a:p>
            <a:pPr defTabSz="609585"/>
            <a:endParaRPr lang="en-US" sz="1333" dirty="0">
              <a:solidFill>
                <a:srgbClr val="003C71"/>
              </a:solidFill>
              <a:cs typeface="Intel Clear"/>
            </a:endParaRPr>
          </a:p>
        </p:txBody>
      </p:sp>
      <p:sp>
        <p:nvSpPr>
          <p:cNvPr id="10"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26175739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237818" y="2"/>
            <a:ext cx="5954183" cy="6358465"/>
          </a:xfrm>
          <a:solidFill>
            <a:schemeClr val="bg2">
              <a:lumMod val="60000"/>
              <a:lumOff val="40000"/>
            </a:schemeClr>
          </a:solidFill>
        </p:spPr>
        <p:txBody>
          <a:bodyPr/>
          <a:lstStyle>
            <a:lvl1pPr>
              <a:defRPr baseline="0"/>
            </a:lvl1pPr>
          </a:lstStyle>
          <a:p>
            <a:r>
              <a:rPr lang="en-US" dirty="0"/>
              <a:t>Insert photo here. Drag picture to placeholder or click icon to add.</a:t>
            </a:r>
          </a:p>
        </p:txBody>
      </p:sp>
      <p:sp>
        <p:nvSpPr>
          <p:cNvPr id="2" name="Title 1"/>
          <p:cNvSpPr>
            <a:spLocks noGrp="1"/>
          </p:cNvSpPr>
          <p:nvPr>
            <p:ph type="title" hasCustomPrompt="1"/>
          </p:nvPr>
        </p:nvSpPr>
        <p:spPr>
          <a:xfrm>
            <a:off x="607484" y="411797"/>
            <a:ext cx="5342467" cy="1158240"/>
          </a:xfrm>
        </p:spPr>
        <p:txBody>
          <a:bodyPr>
            <a:noAutofit/>
          </a:bodyPr>
          <a:lstStyle>
            <a:lvl1pPr>
              <a:defRPr sz="3733" b="0" i="0" baseline="0">
                <a:latin typeface="Intel Clear"/>
                <a:cs typeface="Intel Clear"/>
              </a:defRPr>
            </a:lvl1pPr>
          </a:lstStyle>
          <a:p>
            <a:r>
              <a:rPr lang="en-US" dirty="0"/>
              <a:t>28pt Intel Clear Headline</a:t>
            </a:r>
          </a:p>
        </p:txBody>
      </p:sp>
      <p:sp>
        <p:nvSpPr>
          <p:cNvPr id="14" name="Footer Placeholder 2"/>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6" name="Slide Number Placeholder 5"/>
          <p:cNvSpPr>
            <a:spLocks noGrp="1"/>
          </p:cNvSpPr>
          <p:nvPr>
            <p:ph type="sldNum" sz="quarter" idx="12"/>
          </p:nvPr>
        </p:nvSpPr>
        <p:spPr>
          <a:xfrm>
            <a:off x="9163136" y="6432516"/>
            <a:ext cx="2844800" cy="365125"/>
          </a:xfrm>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7" name="Content Placeholder 2"/>
          <p:cNvSpPr>
            <a:spLocks noGrp="1"/>
          </p:cNvSpPr>
          <p:nvPr>
            <p:ph sz="half" idx="1" hasCustomPrompt="1"/>
          </p:nvPr>
        </p:nvSpPr>
        <p:spPr>
          <a:xfrm>
            <a:off x="607485" y="1766992"/>
            <a:ext cx="5342467"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Tree>
    <p:extLst>
      <p:ext uri="{BB962C8B-B14F-4D97-AF65-F5344CB8AC3E}">
        <p14:creationId xmlns:p14="http://schemas.microsoft.com/office/powerpoint/2010/main" val="40225207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484" y="2810749"/>
            <a:ext cx="10363200" cy="1362075"/>
          </a:xfrm>
        </p:spPr>
        <p:txBody>
          <a:bodyPr anchor="b" anchorCtr="0">
            <a:noAutofit/>
          </a:bodyPr>
          <a:lstStyle>
            <a:lvl1pPr algn="l">
              <a:lnSpc>
                <a:spcPct val="80000"/>
              </a:lnSpc>
              <a:defRPr sz="72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a:t>54pt Intel Clear Pro</a:t>
            </a:r>
            <a:br>
              <a:rPr lang="en-US" dirty="0"/>
            </a:br>
            <a:r>
              <a:rPr lang="en-US" dirty="0"/>
              <a:t>white section break</a:t>
            </a:r>
          </a:p>
        </p:txBody>
      </p:sp>
      <p:sp>
        <p:nvSpPr>
          <p:cNvPr id="3" name="Text Placeholder 2"/>
          <p:cNvSpPr>
            <a:spLocks noGrp="1"/>
          </p:cNvSpPr>
          <p:nvPr>
            <p:ph type="body" idx="1" hasCustomPrompt="1"/>
          </p:nvPr>
        </p:nvSpPr>
        <p:spPr>
          <a:xfrm>
            <a:off x="607484" y="4321533"/>
            <a:ext cx="10363200" cy="1500187"/>
          </a:xfrm>
        </p:spPr>
        <p:txBody>
          <a:bodyPr anchor="t" anchorCtr="0">
            <a:noAutofit/>
          </a:bodyPr>
          <a:lstStyle>
            <a:lvl1pPr marL="0" indent="0">
              <a:buNone/>
              <a:defRPr sz="2133" b="0" baseline="0">
                <a:solidFill>
                  <a:schemeClr val="accent2"/>
                </a:solidFill>
                <a:latin typeface="+mn-lt"/>
                <a:cs typeface="Intel Clear" panose="020B060402020302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16pt Intel Clear Subhead</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65091298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userDrawn="1">
            <p:ph type="title" hasCustomPrompt="1"/>
          </p:nvPr>
        </p:nvSpPr>
        <p:spPr>
          <a:xfrm>
            <a:off x="607484" y="2810749"/>
            <a:ext cx="10363200" cy="1362075"/>
          </a:xfrm>
        </p:spPr>
        <p:txBody>
          <a:bodyPr anchor="b" anchorCtr="0">
            <a:noAutofit/>
          </a:bodyPr>
          <a:lstStyle>
            <a:lvl1pPr algn="l">
              <a:lnSpc>
                <a:spcPct val="80000"/>
              </a:lnSpc>
              <a:defRPr sz="72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a:t>54pt Intel Clear Pro</a:t>
            </a:r>
            <a:br>
              <a:rPr lang="en-US" dirty="0"/>
            </a:br>
            <a:r>
              <a:rPr lang="en-US" dirty="0"/>
              <a:t>blue section break</a:t>
            </a:r>
          </a:p>
        </p:txBody>
      </p:sp>
      <p:sp>
        <p:nvSpPr>
          <p:cNvPr id="3" name="Text Placeholder 2"/>
          <p:cNvSpPr>
            <a:spLocks noGrp="1"/>
          </p:cNvSpPr>
          <p:nvPr userDrawn="1">
            <p:ph type="body" idx="1" hasCustomPrompt="1"/>
          </p:nvPr>
        </p:nvSpPr>
        <p:spPr>
          <a:xfrm>
            <a:off x="607484" y="4321533"/>
            <a:ext cx="10363200" cy="1500187"/>
          </a:xfrm>
        </p:spPr>
        <p:txBody>
          <a:bodyPr anchor="t" anchorCtr="0">
            <a:noAutofit/>
          </a:bodyPr>
          <a:lstStyle>
            <a:lvl1pPr marL="0" indent="0">
              <a:buNone/>
              <a:defRPr sz="2133" b="0" i="0" baseline="0">
                <a:solidFill>
                  <a:srgbClr val="F3D54E"/>
                </a:solidFill>
                <a:latin typeface="Intel Clear"/>
                <a:cs typeface="Intel Clear"/>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16pt Intel Clear Subhead</a:t>
            </a:r>
          </a:p>
        </p:txBody>
      </p:sp>
    </p:spTree>
    <p:extLst>
      <p:ext uri="{BB962C8B-B14F-4D97-AF65-F5344CB8AC3E}">
        <p14:creationId xmlns:p14="http://schemas.microsoft.com/office/powerpoint/2010/main" val="35009321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07484" y="2979843"/>
            <a:ext cx="10363200" cy="1500187"/>
          </a:xfrm>
        </p:spPr>
        <p:txBody>
          <a:bodyPr anchor="t" anchorCtr="0">
            <a:noAutofit/>
          </a:bodyPr>
          <a:lstStyle>
            <a:lvl1pPr marL="0" indent="0">
              <a:buNone/>
              <a:defRPr sz="5333" b="0" baseline="0">
                <a:solidFill>
                  <a:schemeClr val="accent2"/>
                </a:solidFill>
                <a:latin typeface="Intel Clear"/>
                <a:ea typeface="Intel Clear"/>
                <a:cs typeface="Intel Clear"/>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40pt Intel Clear Light Body.</a:t>
            </a:r>
            <a:br>
              <a:rPr lang="en-US" dirty="0"/>
            </a:br>
            <a:r>
              <a:rPr lang="en-US" dirty="0"/>
              <a:t>For content that is not a section, but has a big idea in text only.</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solidFill>
                  <a:prstClr val="white"/>
                </a:solidFill>
              </a:rPr>
              <a:pPr/>
              <a:t>‹#›</a:t>
            </a:fld>
            <a:endParaRPr lang="en-US" dirty="0">
              <a:solidFill>
                <a:prstClr val="white"/>
              </a:solidFill>
            </a:endParaRPr>
          </a:p>
        </p:txBody>
      </p:sp>
      <p:sp>
        <p:nvSpPr>
          <p:cNvPr id="7" name="Title 1"/>
          <p:cNvSpPr>
            <a:spLocks noGrp="1"/>
          </p:cNvSpPr>
          <p:nvPr>
            <p:ph type="title" hasCustomPrompt="1"/>
          </p:nvPr>
        </p:nvSpPr>
        <p:spPr>
          <a:xfrm>
            <a:off x="607484" y="1469059"/>
            <a:ext cx="10363200" cy="1362075"/>
          </a:xfrm>
        </p:spPr>
        <p:txBody>
          <a:bodyPr anchor="b" anchorCtr="0">
            <a:noAutofit/>
          </a:bodyPr>
          <a:lstStyle>
            <a:lvl1pPr algn="l">
              <a:lnSpc>
                <a:spcPct val="80000"/>
              </a:lnSpc>
              <a:defRPr sz="5333"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40pt Intel Clear Heading</a:t>
            </a:r>
          </a:p>
        </p:txBody>
      </p:sp>
    </p:spTree>
    <p:extLst>
      <p:ext uri="{BB962C8B-B14F-4D97-AF65-F5344CB8AC3E}">
        <p14:creationId xmlns:p14="http://schemas.microsoft.com/office/powerpoint/2010/main" val="7501259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484" y="3013451"/>
            <a:ext cx="10363200" cy="1362075"/>
          </a:xfrm>
        </p:spPr>
        <p:txBody>
          <a:bodyPr anchor="b" anchorCtr="0">
            <a:noAutofit/>
          </a:bodyPr>
          <a:lstStyle>
            <a:lvl1pPr algn="l">
              <a:lnSpc>
                <a:spcPct val="80000"/>
              </a:lnSpc>
              <a:defRPr sz="72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a:t>54pt Intel Clear Pro blue section</a:t>
            </a:r>
          </a:p>
        </p:txBody>
      </p:sp>
      <p:sp>
        <p:nvSpPr>
          <p:cNvPr id="3" name="Text Placeholder 2"/>
          <p:cNvSpPr>
            <a:spLocks noGrp="1"/>
          </p:cNvSpPr>
          <p:nvPr>
            <p:ph type="body" idx="1" hasCustomPrompt="1"/>
          </p:nvPr>
        </p:nvSpPr>
        <p:spPr>
          <a:xfrm>
            <a:off x="607484" y="4465049"/>
            <a:ext cx="10363200" cy="1500187"/>
          </a:xfrm>
        </p:spPr>
        <p:txBody>
          <a:bodyPr anchor="t" anchorCtr="0">
            <a:noAutofit/>
          </a:bodyPr>
          <a:lstStyle>
            <a:lvl1pPr marL="0" indent="0">
              <a:buNone/>
              <a:defRPr sz="2133" b="0" baseline="0">
                <a:solidFill>
                  <a:srgbClr val="F3D54E"/>
                </a:solidFill>
                <a:latin typeface="+mn-lt"/>
                <a:cs typeface="Intel Clear" panose="020B060402020302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16pt Intel Clear Subhead</a:t>
            </a:r>
          </a:p>
        </p:txBody>
      </p:sp>
      <p:sp>
        <p:nvSpPr>
          <p:cNvPr id="5" name="Picture Placeholder 4"/>
          <p:cNvSpPr>
            <a:spLocks noGrp="1"/>
          </p:cNvSpPr>
          <p:nvPr>
            <p:ph type="pic" sz="quarter" idx="13" hasCustomPrompt="1"/>
          </p:nvPr>
        </p:nvSpPr>
        <p:spPr>
          <a:xfrm>
            <a:off x="0" y="2"/>
            <a:ext cx="12192000" cy="3432175"/>
          </a:xfrm>
          <a:solidFill>
            <a:schemeClr val="bg2">
              <a:lumMod val="60000"/>
              <a:lumOff val="40000"/>
            </a:schemeClr>
          </a:solidFill>
        </p:spPr>
        <p:txBody>
          <a:bodyPr/>
          <a:lstStyle>
            <a:lvl1pPr>
              <a:defRPr baseline="0">
                <a:solidFill>
                  <a:srgbClr val="0071C5"/>
                </a:solidFill>
              </a:defRPr>
            </a:lvl1pPr>
          </a:lstStyle>
          <a:p>
            <a:r>
              <a:rPr lang="en-US" dirty="0"/>
              <a:t>Insert photo here. Drag picture to placeholder or click icon to add.</a:t>
            </a:r>
          </a:p>
        </p:txBody>
      </p:sp>
    </p:spTree>
    <p:extLst>
      <p:ext uri="{BB962C8B-B14F-4D97-AF65-F5344CB8AC3E}">
        <p14:creationId xmlns:p14="http://schemas.microsoft.com/office/powerpoint/2010/main" val="33957241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5" name="Slide Number Placeholder 4"/>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6"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29331009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dirty="0">
              <a:solidFill>
                <a:prstClr val="white"/>
              </a:solidFill>
            </a:endParaRPr>
          </a:p>
        </p:txBody>
      </p:sp>
      <p:sp>
        <p:nvSpPr>
          <p:cNvPr id="4" name="Slide Number Placeholder 3"/>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25710601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4" name="Picture 2" descr="\\.psf\Home\Desktop\Intel.png"/>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4636577" y="2500173"/>
            <a:ext cx="2811727" cy="185318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8773321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blank" preserve="1">
  <p:cSld name="1_Back Cover Radial Gradien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7" name="Picture 6" descr="int_experience_wht_rgb_3000.png"/>
          <p:cNvPicPr>
            <a:picLocks noChangeAspect="1"/>
          </p:cNvPicPr>
          <p:nvPr userDrawn="1"/>
        </p:nvPicPr>
        <p:blipFill>
          <a:blip r:embed="rId3" cstate="screen">
            <a:alphaModFix/>
            <a:extLst>
              <a:ext uri="{28A0092B-C50C-407E-A947-70E740481C1C}">
                <a14:useLocalDpi xmlns:a14="http://schemas.microsoft.com/office/drawing/2010/main"/>
              </a:ext>
            </a:extLst>
          </a:blip>
          <a:stretch>
            <a:fillRect/>
          </a:stretch>
        </p:blipFill>
        <p:spPr>
          <a:xfrm>
            <a:off x="4653643" y="2257769"/>
            <a:ext cx="2780507" cy="2818505"/>
          </a:xfrm>
          <a:prstGeom prst="rect">
            <a:avLst/>
          </a:prstGeom>
        </p:spPr>
      </p:pic>
    </p:spTree>
    <p:extLst>
      <p:ext uri="{BB962C8B-B14F-4D97-AF65-F5344CB8AC3E}">
        <p14:creationId xmlns:p14="http://schemas.microsoft.com/office/powerpoint/2010/main" val="422808939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1"/>
            <a:ext cx="2743200" cy="365125"/>
          </a:xfrm>
          <a:prstGeom prst="rect">
            <a:avLst/>
          </a:prstGeom>
        </p:spPr>
        <p:txBody>
          <a:bodyPr/>
          <a:lstStyle/>
          <a:p>
            <a:pPr defTabSz="609585"/>
            <a:fld id="{47A46EA7-C7DA-4B83-88BD-6F31EE39BCDF}" type="datetimeFigureOut">
              <a:rPr lang="en-US">
                <a:solidFill>
                  <a:prstClr val="black">
                    <a:tint val="75000"/>
                  </a:prstClr>
                </a:solidFill>
              </a:rPr>
              <a:pPr defTabSz="609585"/>
              <a:t>12/13/2022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8DDDAD1-1F1D-4563-939E-DA64A428BE7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1348951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2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592916" y="3305897"/>
            <a:ext cx="10950515" cy="1470025"/>
          </a:xfrm>
        </p:spPr>
        <p:txBody>
          <a:bodyPr lIns="0" rIns="0" anchor="b" anchorCtr="0">
            <a:noAutofit/>
          </a:bodyPr>
          <a:lstStyle>
            <a:lvl1pPr>
              <a:lnSpc>
                <a:spcPct val="80000"/>
              </a:lnSpc>
              <a:defRPr sz="8666" b="0" spc="0" baseline="0">
                <a:solidFill>
                  <a:schemeClr val="bg1"/>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radial gradient</a:t>
            </a:r>
          </a:p>
        </p:txBody>
      </p:sp>
      <p:sp>
        <p:nvSpPr>
          <p:cNvPr id="9"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16pt Intel Clear Subhead, Date, Etc.</a:t>
            </a:r>
          </a:p>
        </p:txBody>
      </p:sp>
      <p:pic>
        <p:nvPicPr>
          <p:cNvPr id="10" name="Picture 9" descr="int_experience_hrz_wht_rgb_1500.png"/>
          <p:cNvPicPr>
            <a:picLocks noChangeAspect="1"/>
          </p:cNvPicPr>
          <p:nvPr userDrawn="1"/>
        </p:nvPicPr>
        <p:blipFill>
          <a:blip r:embed="rId3" cstate="print">
            <a:alphaModFix/>
            <a:extLst>
              <a:ext uri="{28A0092B-C50C-407E-A947-70E740481C1C}">
                <a14:useLocalDpi xmlns:a14="http://schemas.microsoft.com/office/drawing/2010/main" val="0"/>
              </a:ext>
            </a:extLst>
          </a:blip>
          <a:stretch>
            <a:fillRect/>
          </a:stretch>
        </p:blipFill>
        <p:spPr>
          <a:xfrm>
            <a:off x="614258" y="518971"/>
            <a:ext cx="2829021" cy="1183045"/>
          </a:xfrm>
          <a:prstGeom prst="rect">
            <a:avLst/>
          </a:prstGeom>
        </p:spPr>
      </p:pic>
    </p:spTree>
    <p:extLst>
      <p:ext uri="{BB962C8B-B14F-4D97-AF65-F5344CB8AC3E}">
        <p14:creationId xmlns:p14="http://schemas.microsoft.com/office/powerpoint/2010/main" val="26550075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1_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12192000" cy="6358467"/>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pic>
        <p:nvPicPr>
          <p:cNvPr id="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602397" y="510892"/>
            <a:ext cx="1664065" cy="1106467"/>
          </a:xfrm>
          <a:prstGeom prst="rect">
            <a:avLst/>
          </a:prstGeom>
          <a:noFill/>
          <a:extLst>
            <a:ext uri="{909E8E84-426E-40dd-AFC4-6F175D3DCCD1}">
              <a14:hiddenFill xmlns="" xmlns:a14="http://schemas.microsoft.com/office/drawing/2010/main">
                <a:solidFill>
                  <a:srgbClr val="FFFFFF"/>
                </a:solidFill>
              </a14:hiddenFill>
            </a:ext>
          </a:extLst>
        </p:spPr>
      </p:pic>
      <p:sp>
        <p:nvSpPr>
          <p:cNvPr id="13" name="Title 1"/>
          <p:cNvSpPr>
            <a:spLocks noGrp="1"/>
          </p:cNvSpPr>
          <p:nvPr>
            <p:ph type="ctrTitle" hasCustomPrompt="1"/>
          </p:nvPr>
        </p:nvSpPr>
        <p:spPr>
          <a:xfrm>
            <a:off x="592916" y="3305897"/>
            <a:ext cx="10950515" cy="1470025"/>
          </a:xfrm>
        </p:spPr>
        <p:txBody>
          <a:bodyPr lIns="0" rIns="0" anchor="b" anchorCtr="0">
            <a:noAutofit/>
          </a:bodyPr>
          <a:lstStyle>
            <a:lvl1pPr>
              <a:lnSpc>
                <a:spcPct val="80000"/>
              </a:lnSpc>
              <a:defRPr sz="8666" b="0" spc="0" baseline="0">
                <a:solidFill>
                  <a:schemeClr val="bg1"/>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image</a:t>
            </a:r>
          </a:p>
        </p:txBody>
      </p:sp>
      <p:sp>
        <p:nvSpPr>
          <p:cNvPr id="14"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16pt Intel Clear Subhead, Date, Etc.</a:t>
            </a:r>
          </a:p>
        </p:txBody>
      </p:sp>
    </p:spTree>
    <p:extLst>
      <p:ext uri="{BB962C8B-B14F-4D97-AF65-F5344CB8AC3E}">
        <p14:creationId xmlns:p14="http://schemas.microsoft.com/office/powerpoint/2010/main" val="179350557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 preserve="1">
  <p:cSld name="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2917" y="3305898"/>
            <a:ext cx="10950515" cy="1470025"/>
          </a:xfrm>
        </p:spPr>
        <p:txBody>
          <a:bodyPr lIns="0" rIns="0" anchor="b" anchorCtr="0">
            <a:noAutofit/>
          </a:bodyPr>
          <a:lstStyle>
            <a:lvl1pPr>
              <a:lnSpc>
                <a:spcPct val="80000"/>
              </a:lnSpc>
              <a:defRPr sz="8666" b="0" spc="0" baseline="0">
                <a:solidFill>
                  <a:schemeClr val="bg1"/>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radial gradient</a:t>
            </a:r>
          </a:p>
        </p:txBody>
      </p:sp>
      <p:sp>
        <p:nvSpPr>
          <p:cNvPr id="3" name="Subtitle 2"/>
          <p:cNvSpPr>
            <a:spLocks noGrp="1"/>
          </p:cNvSpPr>
          <p:nvPr>
            <p:ph type="subTitle" idx="1" hasCustomPrompt="1"/>
          </p:nvPr>
        </p:nvSpPr>
        <p:spPr>
          <a:xfrm>
            <a:off x="607485"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US" dirty="0"/>
              <a:t>16pt Intel Clear Subhead, Date, Etc.</a:t>
            </a:r>
          </a:p>
        </p:txBody>
      </p:sp>
      <p:pic>
        <p:nvPicPr>
          <p:cNvPr id="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602398" y="510893"/>
            <a:ext cx="1664065" cy="1106467"/>
          </a:xfrm>
          <a:prstGeom prst="rect">
            <a:avLst/>
          </a:prstGeom>
          <a:noFill/>
          <a:extLst>
            <a:ext uri="{909E8E84-426E-40dd-AFC4-6F175D3DCCD1}">
              <a14:hiddenFill xmlns:a14="http://schemas.microsoft.com/office/drawing/2010/main" xmlns="">
                <a:solidFill>
                  <a:srgbClr val="FFFFFF"/>
                </a:solidFill>
              </a14:hiddenFill>
            </a:ext>
          </a:extLst>
        </p:spPr>
      </p:pic>
      <p:pic>
        <p:nvPicPr>
          <p:cNvPr id="5" name="Picture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70040" y="6312592"/>
            <a:ext cx="1393965" cy="474801"/>
          </a:xfrm>
          <a:prstGeom prst="rect">
            <a:avLst/>
          </a:prstGeom>
        </p:spPr>
      </p:pic>
    </p:spTree>
    <p:extLst>
      <p:ext uri="{BB962C8B-B14F-4D97-AF65-F5344CB8AC3E}">
        <p14:creationId xmlns:p14="http://schemas.microsoft.com/office/powerpoint/2010/main" val="9015239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592917" y="3305898"/>
            <a:ext cx="10950515" cy="1470025"/>
          </a:xfrm>
        </p:spPr>
        <p:txBody>
          <a:bodyPr lIns="0" rIns="0" anchor="b" anchorCtr="0">
            <a:noAutofit/>
          </a:bodyPr>
          <a:lstStyle>
            <a:lvl1pPr>
              <a:lnSpc>
                <a:spcPct val="80000"/>
              </a:lnSpc>
              <a:defRPr sz="8666" b="0" spc="0" baseline="0">
                <a:solidFill>
                  <a:schemeClr val="bg1"/>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radial gradient</a:t>
            </a:r>
          </a:p>
        </p:txBody>
      </p:sp>
      <p:sp>
        <p:nvSpPr>
          <p:cNvPr id="9" name="Subtitle 2"/>
          <p:cNvSpPr>
            <a:spLocks noGrp="1"/>
          </p:cNvSpPr>
          <p:nvPr>
            <p:ph type="subTitle" idx="1" hasCustomPrompt="1"/>
          </p:nvPr>
        </p:nvSpPr>
        <p:spPr>
          <a:xfrm>
            <a:off x="607485"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US" dirty="0"/>
              <a:t>16pt Intel Clear Subhead, Date, Etc.</a:t>
            </a:r>
          </a:p>
        </p:txBody>
      </p:sp>
      <p:pic>
        <p:nvPicPr>
          <p:cNvPr id="10" name="Picture 9" descr="int_experience_hrz_wht_rgb_1500.png"/>
          <p:cNvPicPr>
            <a:picLocks noChangeAspect="1"/>
          </p:cNvPicPr>
          <p:nvPr userDrawn="1"/>
        </p:nvPicPr>
        <p:blipFill>
          <a:blip r:embed="rId3" cstate="print">
            <a:alphaModFix/>
            <a:extLst>
              <a:ext uri="{28A0092B-C50C-407E-A947-70E740481C1C}">
                <a14:useLocalDpi xmlns:a14="http://schemas.microsoft.com/office/drawing/2010/main" val="0"/>
              </a:ext>
            </a:extLst>
          </a:blip>
          <a:stretch>
            <a:fillRect/>
          </a:stretch>
        </p:blipFill>
        <p:spPr>
          <a:xfrm>
            <a:off x="614259" y="518972"/>
            <a:ext cx="2829021" cy="1183045"/>
          </a:xfrm>
          <a:prstGeom prst="rect">
            <a:avLst/>
          </a:prstGeom>
        </p:spPr>
      </p:pic>
    </p:spTree>
    <p:extLst>
      <p:ext uri="{BB962C8B-B14F-4D97-AF65-F5344CB8AC3E}">
        <p14:creationId xmlns:p14="http://schemas.microsoft.com/office/powerpoint/2010/main" val="279079603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1"/>
            <a:ext cx="12192000" cy="6358467"/>
          </a:xfrm>
          <a:solidFill>
            <a:schemeClr val="bg2">
              <a:lumMod val="60000"/>
              <a:lumOff val="40000"/>
            </a:schemeClr>
          </a:solidFill>
        </p:spPr>
        <p:txBody>
          <a:bodyPr/>
          <a:lstStyle>
            <a:lvl1pPr marL="0" marR="0" indent="0" algn="l" defTabSz="609570"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pic>
        <p:nvPicPr>
          <p:cNvPr id="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602398" y="510893"/>
            <a:ext cx="1664065" cy="1106467"/>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Title 1"/>
          <p:cNvSpPr>
            <a:spLocks noGrp="1"/>
          </p:cNvSpPr>
          <p:nvPr>
            <p:ph type="ctrTitle" hasCustomPrompt="1"/>
          </p:nvPr>
        </p:nvSpPr>
        <p:spPr>
          <a:xfrm>
            <a:off x="592917" y="3305898"/>
            <a:ext cx="10950515" cy="1470025"/>
          </a:xfrm>
        </p:spPr>
        <p:txBody>
          <a:bodyPr lIns="0" rIns="0" anchor="b" anchorCtr="0">
            <a:noAutofit/>
          </a:bodyPr>
          <a:lstStyle>
            <a:lvl1pPr>
              <a:lnSpc>
                <a:spcPct val="80000"/>
              </a:lnSpc>
              <a:defRPr sz="8666" b="0" spc="0" baseline="0">
                <a:solidFill>
                  <a:schemeClr val="bg1"/>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image</a:t>
            </a:r>
          </a:p>
        </p:txBody>
      </p:sp>
      <p:sp>
        <p:nvSpPr>
          <p:cNvPr id="14" name="Subtitle 2"/>
          <p:cNvSpPr>
            <a:spLocks noGrp="1"/>
          </p:cNvSpPr>
          <p:nvPr>
            <p:ph type="subTitle" idx="1" hasCustomPrompt="1"/>
          </p:nvPr>
        </p:nvSpPr>
        <p:spPr>
          <a:xfrm>
            <a:off x="607485"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US" dirty="0"/>
              <a:t>16pt Intel Clear Subhead, Date, Etc.</a:t>
            </a:r>
          </a:p>
        </p:txBody>
      </p:sp>
    </p:spTree>
    <p:extLst>
      <p:ext uri="{BB962C8B-B14F-4D97-AF65-F5344CB8AC3E}">
        <p14:creationId xmlns:p14="http://schemas.microsoft.com/office/powerpoint/2010/main" val="40057238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dirty="0">
              <a:solidFill>
                <a:prstClr val="white"/>
              </a:solidFill>
            </a:endParaRPr>
          </a:p>
        </p:txBody>
      </p:sp>
      <p:sp>
        <p:nvSpPr>
          <p:cNvPr id="6" name="Slide Number Placeholder 5"/>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
        <p:nvSpPr>
          <p:cNvPr id="9" name="Content Placeholder 8"/>
          <p:cNvSpPr>
            <a:spLocks noGrp="1"/>
          </p:cNvSpPr>
          <p:nvPr>
            <p:ph sz="quarter" idx="13" hasCustomPrompt="1"/>
          </p:nvPr>
        </p:nvSpPr>
        <p:spPr>
          <a:xfrm>
            <a:off x="607485" y="1604435"/>
            <a:ext cx="10970683" cy="4567767"/>
          </a:xfrm>
        </p:spPr>
        <p:txBody>
          <a:bodyPr/>
          <a:lstStyle>
            <a:lvl1pPr>
              <a:defRPr>
                <a:solidFill>
                  <a:srgbClr val="0071C5"/>
                </a:solidFill>
              </a:defRPr>
            </a:lvl1pPr>
            <a:lvl2pPr>
              <a:defRPr sz="2400"/>
            </a:lvl2pPr>
            <a:lvl3pPr>
              <a:defRPr sz="2400"/>
            </a:lvl3pPr>
            <a:lvl4pPr>
              <a:defRPr sz="2133"/>
            </a:lvl4pPr>
          </a:lstStyle>
          <a:p>
            <a:pPr lvl="0"/>
            <a:r>
              <a:rPr lang="en-US" dirty="0"/>
              <a:t>18pt Intel Clear body text</a:t>
            </a:r>
          </a:p>
          <a:p>
            <a:pPr lvl="1"/>
            <a:r>
              <a:rPr lang="en-US" dirty="0"/>
              <a:t>18pt Intel Clear bullet one</a:t>
            </a:r>
          </a:p>
          <a:p>
            <a:pPr lvl="2"/>
            <a:r>
              <a:rPr lang="en-US" dirty="0"/>
              <a:t>18pt Intel Clear sub-bullet</a:t>
            </a:r>
          </a:p>
          <a:p>
            <a:pPr lvl="3"/>
            <a:r>
              <a:rPr lang="en-US" dirty="0"/>
              <a:t>16pt Intel Clear fourth level</a:t>
            </a:r>
          </a:p>
          <a:p>
            <a:pPr lvl="4"/>
            <a:r>
              <a:rPr lang="en-US" dirty="0" err="1"/>
              <a:t>14pt</a:t>
            </a:r>
            <a:r>
              <a:rPr lang="en-US" dirty="0"/>
              <a:t> Intel Clear fifth level</a:t>
            </a:r>
          </a:p>
        </p:txBody>
      </p:sp>
    </p:spTree>
    <p:extLst>
      <p:ext uri="{BB962C8B-B14F-4D97-AF65-F5344CB8AC3E}">
        <p14:creationId xmlns:p14="http://schemas.microsoft.com/office/powerpoint/2010/main" val="314293681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solidFill>
                <a:prstClr val="white"/>
              </a:solidFill>
            </a:endParaRPr>
          </a:p>
        </p:txBody>
      </p:sp>
      <p:sp>
        <p:nvSpPr>
          <p:cNvPr id="7" name="Slide Number Placeholder 6"/>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5" name="Content Placeholder 2"/>
          <p:cNvSpPr>
            <a:spLocks noGrp="1"/>
          </p:cNvSpPr>
          <p:nvPr>
            <p:ph sz="half" idx="1" hasCustomPrompt="1"/>
          </p:nvPr>
        </p:nvSpPr>
        <p:spPr>
          <a:xfrm>
            <a:off x="607486" y="1604434"/>
            <a:ext cx="5342468"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8"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
        <p:nvSpPr>
          <p:cNvPr id="9" name="Picture Placeholder 8"/>
          <p:cNvSpPr>
            <a:spLocks noGrp="1"/>
          </p:cNvSpPr>
          <p:nvPr>
            <p:ph type="pic" sz="quarter" idx="13"/>
          </p:nvPr>
        </p:nvSpPr>
        <p:spPr>
          <a:xfrm>
            <a:off x="6441020" y="1257907"/>
            <a:ext cx="4241497" cy="2227933"/>
          </a:xfrm>
          <a:solidFill>
            <a:schemeClr val="bg2">
              <a:lumMod val="60000"/>
              <a:lumOff val="40000"/>
            </a:schemeClr>
          </a:solidFill>
        </p:spPr>
        <p:txBody>
          <a:bodyPr/>
          <a:lstStyle>
            <a:lvl1pPr>
              <a:defRPr sz="2400">
                <a:latin typeface="Intel Clear"/>
              </a:defRPr>
            </a:lvl1pPr>
          </a:lstStyle>
          <a:p>
            <a:endParaRPr lang="en-US" sz="1467" dirty="0">
              <a:latin typeface="Arial"/>
            </a:endParaRPr>
          </a:p>
        </p:txBody>
      </p:sp>
      <p:sp>
        <p:nvSpPr>
          <p:cNvPr id="10" name="Picture Placeholder 8"/>
          <p:cNvSpPr>
            <a:spLocks noGrp="1"/>
          </p:cNvSpPr>
          <p:nvPr>
            <p:ph type="pic" sz="quarter" idx="14"/>
          </p:nvPr>
        </p:nvSpPr>
        <p:spPr>
          <a:xfrm>
            <a:off x="6441020" y="3791864"/>
            <a:ext cx="4241497" cy="2227933"/>
          </a:xfrm>
          <a:solidFill>
            <a:schemeClr val="bg2">
              <a:lumMod val="60000"/>
              <a:lumOff val="40000"/>
            </a:schemeClr>
          </a:solidFill>
        </p:spPr>
        <p:txBody>
          <a:bodyPr/>
          <a:lstStyle>
            <a:lvl1pPr>
              <a:defRPr sz="2400">
                <a:latin typeface="Intel Clear"/>
              </a:defRPr>
            </a:lvl1pPr>
          </a:lstStyle>
          <a:p>
            <a:endParaRPr lang="en-US" sz="1467" dirty="0">
              <a:latin typeface="Arial"/>
            </a:endParaRPr>
          </a:p>
        </p:txBody>
      </p:sp>
    </p:spTree>
    <p:extLst>
      <p:ext uri="{BB962C8B-B14F-4D97-AF65-F5344CB8AC3E}">
        <p14:creationId xmlns:p14="http://schemas.microsoft.com/office/powerpoint/2010/main" val="68122148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solidFill>
                <a:prstClr val="white"/>
              </a:solidFill>
            </a:endParaRPr>
          </a:p>
        </p:txBody>
      </p:sp>
      <p:sp>
        <p:nvSpPr>
          <p:cNvPr id="7" name="Slide Number Placeholder 6"/>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5" name="Content Placeholder 2"/>
          <p:cNvSpPr>
            <a:spLocks noGrp="1"/>
          </p:cNvSpPr>
          <p:nvPr>
            <p:ph sz="half" idx="1" hasCustomPrompt="1"/>
          </p:nvPr>
        </p:nvSpPr>
        <p:spPr>
          <a:xfrm>
            <a:off x="607486" y="1604434"/>
            <a:ext cx="5342468"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16" name="Content Placeholder 2"/>
          <p:cNvSpPr>
            <a:spLocks noGrp="1"/>
          </p:cNvSpPr>
          <p:nvPr>
            <p:ph sz="half" idx="13" hasCustomPrompt="1"/>
          </p:nvPr>
        </p:nvSpPr>
        <p:spPr>
          <a:xfrm>
            <a:off x="6237817" y="1604434"/>
            <a:ext cx="5340352"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8"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37650483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7486" y="1604435"/>
            <a:ext cx="10970684" cy="4567767"/>
          </a:xfrm>
        </p:spPr>
        <p:txBody>
          <a:bodyPr anchor="ctr" anchorCtr="0"/>
          <a:lstStyle>
            <a:lvl1pPr marL="253988" indent="-253988">
              <a:defRPr sz="4800" b="1" baseline="0">
                <a:solidFill>
                  <a:schemeClr val="accent2"/>
                </a:solidFill>
                <a:latin typeface="+mn-lt"/>
                <a:cs typeface="Intel Clear"/>
              </a:defRPr>
            </a:lvl1pPr>
            <a:lvl2pPr marL="556657" indent="-300551">
              <a:buFont typeface="Intel Clear" pitchFamily="34" charset="0"/>
              <a:buChar char="–"/>
              <a:defRPr sz="1600" baseline="0">
                <a:latin typeface="+mn-lt"/>
                <a:cs typeface="Intel Clear" panose="020B0604020203020204" pitchFamily="34" charset="0"/>
              </a:defRPr>
            </a:lvl2pPr>
            <a:lvl3pPr marL="914354" indent="-304784">
              <a:buFont typeface="Intel Clear" pitchFamily="34" charset="0"/>
              <a:buChar char="–"/>
              <a:defRPr sz="1600">
                <a:latin typeface="+mn-lt"/>
              </a:defRPr>
            </a:lvl3pPr>
            <a:lvl4pPr>
              <a:buFont typeface="Intel Clear" pitchFamily="34" charset="0"/>
              <a:buChar char="–"/>
              <a:defRPr sz="1467">
                <a:latin typeface="+mn-lt"/>
              </a:defRPr>
            </a:lvl4pPr>
            <a:lvl5pPr>
              <a:buFont typeface="Intel Clear" pitchFamily="34" charset="0"/>
              <a:buChar char="–"/>
              <a:defRPr sz="1400">
                <a:latin typeface="+mn-lt"/>
              </a:defRPr>
            </a:lvl5pPr>
          </a:lstStyle>
          <a:p>
            <a:pPr lvl="0"/>
            <a:r>
              <a:rPr lang="en-US" dirty="0"/>
              <a:t>“36pt Intel Clear Bold Text”</a:t>
            </a:r>
          </a:p>
          <a:p>
            <a:pPr lvl="1"/>
            <a:r>
              <a:rPr lang="en-US" dirty="0" err="1"/>
              <a:t>12pt</a:t>
            </a:r>
            <a:r>
              <a:rPr lang="en-US" dirty="0"/>
              <a:t> Attribution</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solidFill>
                <a:prstClr val="white"/>
              </a:solidFill>
            </a:endParaRPr>
          </a:p>
        </p:txBody>
      </p:sp>
      <p:sp>
        <p:nvSpPr>
          <p:cNvPr id="6" name="Slide Number Placeholder 5"/>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276050670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1"/>
            <a:ext cx="12192000" cy="6358467"/>
          </a:xfrm>
          <a:solidFill>
            <a:schemeClr val="bg2">
              <a:lumMod val="60000"/>
              <a:lumOff val="40000"/>
            </a:schemeClr>
          </a:solidFill>
        </p:spPr>
        <p:txBody>
          <a:bodyPr/>
          <a:lstStyle>
            <a:lvl1pPr marL="0" marR="0" indent="0" algn="l" defTabSz="609570"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sp>
        <p:nvSpPr>
          <p:cNvPr id="6" name="Slide Number Placeholder 5"/>
          <p:cNvSpPr>
            <a:spLocks noGrp="1"/>
          </p:cNvSpPr>
          <p:nvPr>
            <p:ph type="sldNum" sz="quarter" idx="12"/>
          </p:nvPr>
        </p:nvSpPr>
        <p:spPr>
          <a:xfrm>
            <a:off x="9163136" y="6432516"/>
            <a:ext cx="2844800" cy="365125"/>
          </a:xfrm>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4" name="Footer Placeholder 2"/>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21698910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3432175"/>
            <a:ext cx="12192000" cy="2926292"/>
          </a:xfrm>
          <a:solidFill>
            <a:schemeClr val="bg2">
              <a:lumMod val="60000"/>
              <a:lumOff val="40000"/>
            </a:schemeClr>
          </a:solidFill>
        </p:spPr>
        <p:txBody>
          <a:bodyPr/>
          <a:lstStyle>
            <a:lvl1pPr marL="0" marR="0" indent="0" algn="l" defTabSz="609570"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sp>
        <p:nvSpPr>
          <p:cNvPr id="14" name="Footer Placeholder 2"/>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6" name="Slide Number Placeholder 5"/>
          <p:cNvSpPr>
            <a:spLocks noGrp="1"/>
          </p:cNvSpPr>
          <p:nvPr>
            <p:ph type="sldNum" sz="quarter" idx="12"/>
          </p:nvPr>
        </p:nvSpPr>
        <p:spPr>
          <a:xfrm>
            <a:off x="9163136" y="6432516"/>
            <a:ext cx="2844800" cy="365125"/>
          </a:xfrm>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8" name="Content Placeholder 2"/>
          <p:cNvSpPr>
            <a:spLocks noGrp="1"/>
          </p:cNvSpPr>
          <p:nvPr>
            <p:ph sz="half" idx="1" hasCustomPrompt="1"/>
          </p:nvPr>
        </p:nvSpPr>
        <p:spPr>
          <a:xfrm>
            <a:off x="607486" y="1604433"/>
            <a:ext cx="5342468" cy="1745720"/>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19" name="Content Placeholder 2"/>
          <p:cNvSpPr>
            <a:spLocks noGrp="1"/>
          </p:cNvSpPr>
          <p:nvPr>
            <p:ph sz="half" idx="15" hasCustomPrompt="1"/>
          </p:nvPr>
        </p:nvSpPr>
        <p:spPr>
          <a:xfrm>
            <a:off x="6237817" y="1604433"/>
            <a:ext cx="5340352" cy="1745720"/>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3" name="TextBox 2"/>
          <p:cNvSpPr txBox="1"/>
          <p:nvPr userDrawn="1"/>
        </p:nvSpPr>
        <p:spPr>
          <a:xfrm>
            <a:off x="1345985" y="6634395"/>
            <a:ext cx="184731" cy="297454"/>
          </a:xfrm>
          <a:prstGeom prst="rect">
            <a:avLst/>
          </a:prstGeom>
          <a:noFill/>
        </p:spPr>
        <p:txBody>
          <a:bodyPr wrap="none" rtlCol="0">
            <a:spAutoFit/>
          </a:bodyPr>
          <a:lstStyle/>
          <a:p>
            <a:pPr defTabSz="609570"/>
            <a:endParaRPr lang="en-US" sz="1333" dirty="0">
              <a:solidFill>
                <a:srgbClr val="003C71"/>
              </a:solidFill>
              <a:cs typeface="Intel Clear"/>
            </a:endParaRPr>
          </a:p>
        </p:txBody>
      </p:sp>
      <p:sp>
        <p:nvSpPr>
          <p:cNvPr id="10"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38009809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237819" y="4"/>
            <a:ext cx="5954183" cy="6358465"/>
          </a:xfrm>
          <a:solidFill>
            <a:schemeClr val="bg2">
              <a:lumMod val="60000"/>
              <a:lumOff val="40000"/>
            </a:schemeClr>
          </a:solidFill>
        </p:spPr>
        <p:txBody>
          <a:bodyPr/>
          <a:lstStyle>
            <a:lvl1pPr>
              <a:defRPr baseline="0"/>
            </a:lvl1pPr>
          </a:lstStyle>
          <a:p>
            <a:r>
              <a:rPr lang="en-US" dirty="0"/>
              <a:t>Insert photo here. Drag picture to placeholder or click icon to add.</a:t>
            </a:r>
          </a:p>
        </p:txBody>
      </p:sp>
      <p:sp>
        <p:nvSpPr>
          <p:cNvPr id="2" name="Title 1"/>
          <p:cNvSpPr>
            <a:spLocks noGrp="1"/>
          </p:cNvSpPr>
          <p:nvPr>
            <p:ph type="title" hasCustomPrompt="1"/>
          </p:nvPr>
        </p:nvSpPr>
        <p:spPr>
          <a:xfrm>
            <a:off x="607485" y="411797"/>
            <a:ext cx="5342467" cy="1158240"/>
          </a:xfrm>
        </p:spPr>
        <p:txBody>
          <a:bodyPr>
            <a:noAutofit/>
          </a:bodyPr>
          <a:lstStyle>
            <a:lvl1pPr>
              <a:defRPr sz="3733" b="0" i="0" baseline="0">
                <a:latin typeface="Intel Clear"/>
                <a:cs typeface="Intel Clear"/>
              </a:defRPr>
            </a:lvl1pPr>
          </a:lstStyle>
          <a:p>
            <a:r>
              <a:rPr lang="en-US" dirty="0"/>
              <a:t>28pt Intel Clear Headline</a:t>
            </a:r>
          </a:p>
        </p:txBody>
      </p:sp>
      <p:sp>
        <p:nvSpPr>
          <p:cNvPr id="14" name="Footer Placeholder 2"/>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6" name="Slide Number Placeholder 5"/>
          <p:cNvSpPr>
            <a:spLocks noGrp="1"/>
          </p:cNvSpPr>
          <p:nvPr>
            <p:ph type="sldNum" sz="quarter" idx="12"/>
          </p:nvPr>
        </p:nvSpPr>
        <p:spPr>
          <a:xfrm>
            <a:off x="9163136" y="6432516"/>
            <a:ext cx="2844800" cy="365125"/>
          </a:xfrm>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7" name="Content Placeholder 2"/>
          <p:cNvSpPr>
            <a:spLocks noGrp="1"/>
          </p:cNvSpPr>
          <p:nvPr>
            <p:ph sz="half" idx="1" hasCustomPrompt="1"/>
          </p:nvPr>
        </p:nvSpPr>
        <p:spPr>
          <a:xfrm>
            <a:off x="607485" y="1766992"/>
            <a:ext cx="5342467"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Tree>
    <p:extLst>
      <p:ext uri="{BB962C8B-B14F-4D97-AF65-F5344CB8AC3E}">
        <p14:creationId xmlns:p14="http://schemas.microsoft.com/office/powerpoint/2010/main" val="97316574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484" y="2810749"/>
            <a:ext cx="10363200" cy="1362075"/>
          </a:xfrm>
        </p:spPr>
        <p:txBody>
          <a:bodyPr anchor="b" anchorCtr="0">
            <a:noAutofit/>
          </a:bodyPr>
          <a:lstStyle>
            <a:lvl1pPr algn="l">
              <a:lnSpc>
                <a:spcPct val="80000"/>
              </a:lnSpc>
              <a:defRPr sz="72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a:t>54pt Intel Clear Pro</a:t>
            </a:r>
            <a:br>
              <a:rPr lang="en-US" dirty="0"/>
            </a:br>
            <a:r>
              <a:rPr lang="en-US" dirty="0"/>
              <a:t>white section break</a:t>
            </a:r>
          </a:p>
        </p:txBody>
      </p:sp>
      <p:sp>
        <p:nvSpPr>
          <p:cNvPr id="3" name="Text Placeholder 2"/>
          <p:cNvSpPr>
            <a:spLocks noGrp="1"/>
          </p:cNvSpPr>
          <p:nvPr>
            <p:ph type="body" idx="1" hasCustomPrompt="1"/>
          </p:nvPr>
        </p:nvSpPr>
        <p:spPr>
          <a:xfrm>
            <a:off x="607484" y="4321533"/>
            <a:ext cx="10363200" cy="1500187"/>
          </a:xfrm>
        </p:spPr>
        <p:txBody>
          <a:bodyPr anchor="t" anchorCtr="0">
            <a:noAutofit/>
          </a:bodyPr>
          <a:lstStyle>
            <a:lvl1pPr marL="0" indent="0">
              <a:buNone/>
              <a:defRPr sz="2133" b="0" baseline="0">
                <a:solidFill>
                  <a:schemeClr val="accent2"/>
                </a:solidFill>
                <a:latin typeface="+mn-lt"/>
                <a:cs typeface="Intel Clear" panose="020B0604020203020204" pitchFamily="34" charset="0"/>
              </a:defRPr>
            </a:lvl1pPr>
            <a:lvl2pPr marL="609570" indent="0">
              <a:buNone/>
              <a:defRPr sz="2400">
                <a:solidFill>
                  <a:schemeClr val="tx1">
                    <a:tint val="75000"/>
                  </a:schemeClr>
                </a:solidFill>
              </a:defRPr>
            </a:lvl2pPr>
            <a:lvl3pPr marL="1219140" indent="0">
              <a:buNone/>
              <a:defRPr sz="2133">
                <a:solidFill>
                  <a:schemeClr val="tx1">
                    <a:tint val="75000"/>
                  </a:schemeClr>
                </a:solidFill>
              </a:defRPr>
            </a:lvl3pPr>
            <a:lvl4pPr marL="1828709" indent="0">
              <a:buNone/>
              <a:defRPr sz="1867">
                <a:solidFill>
                  <a:schemeClr val="tx1">
                    <a:tint val="75000"/>
                  </a:schemeClr>
                </a:solidFill>
              </a:defRPr>
            </a:lvl4pPr>
            <a:lvl5pPr marL="2438278" indent="0">
              <a:buNone/>
              <a:defRPr sz="1867">
                <a:solidFill>
                  <a:schemeClr val="tx1">
                    <a:tint val="75000"/>
                  </a:schemeClr>
                </a:solidFill>
              </a:defRPr>
            </a:lvl5pPr>
            <a:lvl6pPr marL="3047848" indent="0">
              <a:buNone/>
              <a:defRPr sz="1867">
                <a:solidFill>
                  <a:schemeClr val="tx1">
                    <a:tint val="75000"/>
                  </a:schemeClr>
                </a:solidFill>
              </a:defRPr>
            </a:lvl6pPr>
            <a:lvl7pPr marL="3657418" indent="0">
              <a:buNone/>
              <a:defRPr sz="1867">
                <a:solidFill>
                  <a:schemeClr val="tx1">
                    <a:tint val="75000"/>
                  </a:schemeClr>
                </a:solidFill>
              </a:defRPr>
            </a:lvl7pPr>
            <a:lvl8pPr marL="4266987" indent="0">
              <a:buNone/>
              <a:defRPr sz="1867">
                <a:solidFill>
                  <a:schemeClr val="tx1">
                    <a:tint val="75000"/>
                  </a:schemeClr>
                </a:solidFill>
              </a:defRPr>
            </a:lvl8pPr>
            <a:lvl9pPr marL="4876557" indent="0">
              <a:buNone/>
              <a:defRPr sz="1867">
                <a:solidFill>
                  <a:schemeClr val="tx1">
                    <a:tint val="75000"/>
                  </a:schemeClr>
                </a:solidFill>
              </a:defRPr>
            </a:lvl9pPr>
          </a:lstStyle>
          <a:p>
            <a:r>
              <a:rPr lang="en-US" dirty="0"/>
              <a:t>16pt Intel Clear Subhead</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8769915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userDrawn="1">
            <p:ph type="title" hasCustomPrompt="1"/>
          </p:nvPr>
        </p:nvSpPr>
        <p:spPr>
          <a:xfrm>
            <a:off x="607484" y="2810749"/>
            <a:ext cx="10363200" cy="1362075"/>
          </a:xfrm>
        </p:spPr>
        <p:txBody>
          <a:bodyPr anchor="b" anchorCtr="0">
            <a:noAutofit/>
          </a:bodyPr>
          <a:lstStyle>
            <a:lvl1pPr algn="l">
              <a:lnSpc>
                <a:spcPct val="80000"/>
              </a:lnSpc>
              <a:defRPr sz="72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a:t>54pt Intel Clear Pro</a:t>
            </a:r>
            <a:br>
              <a:rPr lang="en-US" dirty="0"/>
            </a:br>
            <a:r>
              <a:rPr lang="en-US" dirty="0"/>
              <a:t>blue section break</a:t>
            </a:r>
          </a:p>
        </p:txBody>
      </p:sp>
      <p:sp>
        <p:nvSpPr>
          <p:cNvPr id="3" name="Text Placeholder 2"/>
          <p:cNvSpPr>
            <a:spLocks noGrp="1"/>
          </p:cNvSpPr>
          <p:nvPr userDrawn="1">
            <p:ph type="body" idx="1" hasCustomPrompt="1"/>
          </p:nvPr>
        </p:nvSpPr>
        <p:spPr>
          <a:xfrm>
            <a:off x="607484" y="4321533"/>
            <a:ext cx="10363200" cy="1500187"/>
          </a:xfrm>
        </p:spPr>
        <p:txBody>
          <a:bodyPr anchor="t" anchorCtr="0">
            <a:noAutofit/>
          </a:bodyPr>
          <a:lstStyle>
            <a:lvl1pPr marL="0" indent="0">
              <a:buNone/>
              <a:defRPr sz="2133" b="0" i="0" baseline="0">
                <a:solidFill>
                  <a:srgbClr val="F3D54E"/>
                </a:solidFill>
                <a:latin typeface="Intel Clear"/>
                <a:cs typeface="Intel Clear"/>
              </a:defRPr>
            </a:lvl1pPr>
            <a:lvl2pPr marL="609570" indent="0">
              <a:buNone/>
              <a:defRPr sz="2400">
                <a:solidFill>
                  <a:schemeClr val="tx1">
                    <a:tint val="75000"/>
                  </a:schemeClr>
                </a:solidFill>
              </a:defRPr>
            </a:lvl2pPr>
            <a:lvl3pPr marL="1219140" indent="0">
              <a:buNone/>
              <a:defRPr sz="2133">
                <a:solidFill>
                  <a:schemeClr val="tx1">
                    <a:tint val="75000"/>
                  </a:schemeClr>
                </a:solidFill>
              </a:defRPr>
            </a:lvl3pPr>
            <a:lvl4pPr marL="1828709" indent="0">
              <a:buNone/>
              <a:defRPr sz="1867">
                <a:solidFill>
                  <a:schemeClr val="tx1">
                    <a:tint val="75000"/>
                  </a:schemeClr>
                </a:solidFill>
              </a:defRPr>
            </a:lvl4pPr>
            <a:lvl5pPr marL="2438278" indent="0">
              <a:buNone/>
              <a:defRPr sz="1867">
                <a:solidFill>
                  <a:schemeClr val="tx1">
                    <a:tint val="75000"/>
                  </a:schemeClr>
                </a:solidFill>
              </a:defRPr>
            </a:lvl5pPr>
            <a:lvl6pPr marL="3047848" indent="0">
              <a:buNone/>
              <a:defRPr sz="1867">
                <a:solidFill>
                  <a:schemeClr val="tx1">
                    <a:tint val="75000"/>
                  </a:schemeClr>
                </a:solidFill>
              </a:defRPr>
            </a:lvl6pPr>
            <a:lvl7pPr marL="3657418" indent="0">
              <a:buNone/>
              <a:defRPr sz="1867">
                <a:solidFill>
                  <a:schemeClr val="tx1">
                    <a:tint val="75000"/>
                  </a:schemeClr>
                </a:solidFill>
              </a:defRPr>
            </a:lvl7pPr>
            <a:lvl8pPr marL="4266987" indent="0">
              <a:buNone/>
              <a:defRPr sz="1867">
                <a:solidFill>
                  <a:schemeClr val="tx1">
                    <a:tint val="75000"/>
                  </a:schemeClr>
                </a:solidFill>
              </a:defRPr>
            </a:lvl8pPr>
            <a:lvl9pPr marL="4876557" indent="0">
              <a:buNone/>
              <a:defRPr sz="1867">
                <a:solidFill>
                  <a:schemeClr val="tx1">
                    <a:tint val="75000"/>
                  </a:schemeClr>
                </a:solidFill>
              </a:defRPr>
            </a:lvl9pPr>
          </a:lstStyle>
          <a:p>
            <a:r>
              <a:rPr lang="en-US" dirty="0"/>
              <a:t>16pt Intel Clear Subhead</a:t>
            </a:r>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2744" y="6276198"/>
            <a:ext cx="1393965" cy="474801"/>
          </a:xfrm>
          <a:prstGeom prst="rect">
            <a:avLst/>
          </a:prstGeom>
        </p:spPr>
      </p:pic>
    </p:spTree>
    <p:extLst>
      <p:ext uri="{BB962C8B-B14F-4D97-AF65-F5344CB8AC3E}">
        <p14:creationId xmlns:p14="http://schemas.microsoft.com/office/powerpoint/2010/main" val="305418819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07484" y="2979844"/>
            <a:ext cx="10363200" cy="1500187"/>
          </a:xfrm>
        </p:spPr>
        <p:txBody>
          <a:bodyPr anchor="t" anchorCtr="0">
            <a:noAutofit/>
          </a:bodyPr>
          <a:lstStyle>
            <a:lvl1pPr marL="0" indent="0">
              <a:buNone/>
              <a:defRPr sz="5333" b="0" baseline="0">
                <a:solidFill>
                  <a:schemeClr val="accent2"/>
                </a:solidFill>
                <a:latin typeface="Intel Clear"/>
                <a:ea typeface="Intel Clear"/>
                <a:cs typeface="Intel Clear"/>
              </a:defRPr>
            </a:lvl1pPr>
            <a:lvl2pPr marL="609570" indent="0">
              <a:buNone/>
              <a:defRPr sz="2400">
                <a:solidFill>
                  <a:schemeClr val="tx1">
                    <a:tint val="75000"/>
                  </a:schemeClr>
                </a:solidFill>
              </a:defRPr>
            </a:lvl2pPr>
            <a:lvl3pPr marL="1219140" indent="0">
              <a:buNone/>
              <a:defRPr sz="2133">
                <a:solidFill>
                  <a:schemeClr val="tx1">
                    <a:tint val="75000"/>
                  </a:schemeClr>
                </a:solidFill>
              </a:defRPr>
            </a:lvl3pPr>
            <a:lvl4pPr marL="1828709" indent="0">
              <a:buNone/>
              <a:defRPr sz="1867">
                <a:solidFill>
                  <a:schemeClr val="tx1">
                    <a:tint val="75000"/>
                  </a:schemeClr>
                </a:solidFill>
              </a:defRPr>
            </a:lvl4pPr>
            <a:lvl5pPr marL="2438278" indent="0">
              <a:buNone/>
              <a:defRPr sz="1867">
                <a:solidFill>
                  <a:schemeClr val="tx1">
                    <a:tint val="75000"/>
                  </a:schemeClr>
                </a:solidFill>
              </a:defRPr>
            </a:lvl5pPr>
            <a:lvl6pPr marL="3047848" indent="0">
              <a:buNone/>
              <a:defRPr sz="1867">
                <a:solidFill>
                  <a:schemeClr val="tx1">
                    <a:tint val="75000"/>
                  </a:schemeClr>
                </a:solidFill>
              </a:defRPr>
            </a:lvl6pPr>
            <a:lvl7pPr marL="3657418" indent="0">
              <a:buNone/>
              <a:defRPr sz="1867">
                <a:solidFill>
                  <a:schemeClr val="tx1">
                    <a:tint val="75000"/>
                  </a:schemeClr>
                </a:solidFill>
              </a:defRPr>
            </a:lvl7pPr>
            <a:lvl8pPr marL="4266987" indent="0">
              <a:buNone/>
              <a:defRPr sz="1867">
                <a:solidFill>
                  <a:schemeClr val="tx1">
                    <a:tint val="75000"/>
                  </a:schemeClr>
                </a:solidFill>
              </a:defRPr>
            </a:lvl8pPr>
            <a:lvl9pPr marL="4876557" indent="0">
              <a:buNone/>
              <a:defRPr sz="1867">
                <a:solidFill>
                  <a:schemeClr val="tx1">
                    <a:tint val="75000"/>
                  </a:schemeClr>
                </a:solidFill>
              </a:defRPr>
            </a:lvl9pPr>
          </a:lstStyle>
          <a:p>
            <a:r>
              <a:rPr lang="en-US" dirty="0"/>
              <a:t>40pt Intel Clear Light Body.</a:t>
            </a:r>
            <a:br>
              <a:rPr lang="en-US" dirty="0"/>
            </a:br>
            <a:r>
              <a:rPr lang="en-US" dirty="0"/>
              <a:t>For content that is not a section, but has a big idea in text only.</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solidFill>
                  <a:prstClr val="white"/>
                </a:solidFill>
              </a:rPr>
              <a:pPr/>
              <a:t>‹#›</a:t>
            </a:fld>
            <a:endParaRPr lang="en-US" dirty="0">
              <a:solidFill>
                <a:prstClr val="white"/>
              </a:solidFill>
            </a:endParaRPr>
          </a:p>
        </p:txBody>
      </p:sp>
      <p:sp>
        <p:nvSpPr>
          <p:cNvPr id="7" name="Title 1"/>
          <p:cNvSpPr>
            <a:spLocks noGrp="1"/>
          </p:cNvSpPr>
          <p:nvPr>
            <p:ph type="title" hasCustomPrompt="1"/>
          </p:nvPr>
        </p:nvSpPr>
        <p:spPr>
          <a:xfrm>
            <a:off x="607484" y="1469060"/>
            <a:ext cx="10363200" cy="1362075"/>
          </a:xfrm>
        </p:spPr>
        <p:txBody>
          <a:bodyPr anchor="b" anchorCtr="0">
            <a:noAutofit/>
          </a:bodyPr>
          <a:lstStyle>
            <a:lvl1pPr algn="l">
              <a:lnSpc>
                <a:spcPct val="80000"/>
              </a:lnSpc>
              <a:defRPr sz="5333"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40pt Intel Clear Heading</a:t>
            </a:r>
          </a:p>
        </p:txBody>
      </p:sp>
    </p:spTree>
    <p:extLst>
      <p:ext uri="{BB962C8B-B14F-4D97-AF65-F5344CB8AC3E}">
        <p14:creationId xmlns:p14="http://schemas.microsoft.com/office/powerpoint/2010/main" val="235311912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484" y="3013452"/>
            <a:ext cx="10363200" cy="1362075"/>
          </a:xfrm>
        </p:spPr>
        <p:txBody>
          <a:bodyPr anchor="b" anchorCtr="0">
            <a:noAutofit/>
          </a:bodyPr>
          <a:lstStyle>
            <a:lvl1pPr algn="l">
              <a:lnSpc>
                <a:spcPct val="80000"/>
              </a:lnSpc>
              <a:defRPr sz="72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a:t>54pt Intel Clear Pro blue section</a:t>
            </a:r>
          </a:p>
        </p:txBody>
      </p:sp>
      <p:sp>
        <p:nvSpPr>
          <p:cNvPr id="3" name="Text Placeholder 2"/>
          <p:cNvSpPr>
            <a:spLocks noGrp="1"/>
          </p:cNvSpPr>
          <p:nvPr>
            <p:ph type="body" idx="1" hasCustomPrompt="1"/>
          </p:nvPr>
        </p:nvSpPr>
        <p:spPr>
          <a:xfrm>
            <a:off x="607484" y="4465049"/>
            <a:ext cx="10363200" cy="1500187"/>
          </a:xfrm>
        </p:spPr>
        <p:txBody>
          <a:bodyPr anchor="t" anchorCtr="0">
            <a:noAutofit/>
          </a:bodyPr>
          <a:lstStyle>
            <a:lvl1pPr marL="0" indent="0">
              <a:buNone/>
              <a:defRPr sz="2133" b="0" baseline="0">
                <a:solidFill>
                  <a:srgbClr val="F3D54E"/>
                </a:solidFill>
                <a:latin typeface="+mn-lt"/>
                <a:cs typeface="Intel Clear" panose="020B0604020203020204" pitchFamily="34" charset="0"/>
              </a:defRPr>
            </a:lvl1pPr>
            <a:lvl2pPr marL="609570" indent="0">
              <a:buNone/>
              <a:defRPr sz="2400">
                <a:solidFill>
                  <a:schemeClr val="tx1">
                    <a:tint val="75000"/>
                  </a:schemeClr>
                </a:solidFill>
              </a:defRPr>
            </a:lvl2pPr>
            <a:lvl3pPr marL="1219140" indent="0">
              <a:buNone/>
              <a:defRPr sz="2133">
                <a:solidFill>
                  <a:schemeClr val="tx1">
                    <a:tint val="75000"/>
                  </a:schemeClr>
                </a:solidFill>
              </a:defRPr>
            </a:lvl3pPr>
            <a:lvl4pPr marL="1828709" indent="0">
              <a:buNone/>
              <a:defRPr sz="1867">
                <a:solidFill>
                  <a:schemeClr val="tx1">
                    <a:tint val="75000"/>
                  </a:schemeClr>
                </a:solidFill>
              </a:defRPr>
            </a:lvl4pPr>
            <a:lvl5pPr marL="2438278" indent="0">
              <a:buNone/>
              <a:defRPr sz="1867">
                <a:solidFill>
                  <a:schemeClr val="tx1">
                    <a:tint val="75000"/>
                  </a:schemeClr>
                </a:solidFill>
              </a:defRPr>
            </a:lvl5pPr>
            <a:lvl6pPr marL="3047848" indent="0">
              <a:buNone/>
              <a:defRPr sz="1867">
                <a:solidFill>
                  <a:schemeClr val="tx1">
                    <a:tint val="75000"/>
                  </a:schemeClr>
                </a:solidFill>
              </a:defRPr>
            </a:lvl6pPr>
            <a:lvl7pPr marL="3657418" indent="0">
              <a:buNone/>
              <a:defRPr sz="1867">
                <a:solidFill>
                  <a:schemeClr val="tx1">
                    <a:tint val="75000"/>
                  </a:schemeClr>
                </a:solidFill>
              </a:defRPr>
            </a:lvl7pPr>
            <a:lvl8pPr marL="4266987" indent="0">
              <a:buNone/>
              <a:defRPr sz="1867">
                <a:solidFill>
                  <a:schemeClr val="tx1">
                    <a:tint val="75000"/>
                  </a:schemeClr>
                </a:solidFill>
              </a:defRPr>
            </a:lvl8pPr>
            <a:lvl9pPr marL="4876557" indent="0">
              <a:buNone/>
              <a:defRPr sz="1867">
                <a:solidFill>
                  <a:schemeClr val="tx1">
                    <a:tint val="75000"/>
                  </a:schemeClr>
                </a:solidFill>
              </a:defRPr>
            </a:lvl9pPr>
          </a:lstStyle>
          <a:p>
            <a:r>
              <a:rPr lang="en-US" dirty="0"/>
              <a:t>16pt Intel Clear Subhead</a:t>
            </a:r>
          </a:p>
        </p:txBody>
      </p:sp>
      <p:sp>
        <p:nvSpPr>
          <p:cNvPr id="5" name="Picture Placeholder 4"/>
          <p:cNvSpPr>
            <a:spLocks noGrp="1"/>
          </p:cNvSpPr>
          <p:nvPr>
            <p:ph type="pic" sz="quarter" idx="13" hasCustomPrompt="1"/>
          </p:nvPr>
        </p:nvSpPr>
        <p:spPr>
          <a:xfrm>
            <a:off x="0" y="3"/>
            <a:ext cx="12192000" cy="3432175"/>
          </a:xfrm>
          <a:solidFill>
            <a:schemeClr val="bg2">
              <a:lumMod val="60000"/>
              <a:lumOff val="40000"/>
            </a:schemeClr>
          </a:solidFill>
        </p:spPr>
        <p:txBody>
          <a:bodyPr/>
          <a:lstStyle>
            <a:lvl1pPr>
              <a:defRPr baseline="0">
                <a:solidFill>
                  <a:srgbClr val="0071C5"/>
                </a:solidFill>
              </a:defRPr>
            </a:lvl1pPr>
          </a:lstStyle>
          <a:p>
            <a:r>
              <a:rPr lang="en-US" dirty="0"/>
              <a:t>Insert photo here. Drag picture to placeholder or click icon to add.</a:t>
            </a:r>
          </a:p>
        </p:txBody>
      </p:sp>
    </p:spTree>
    <p:extLst>
      <p:ext uri="{BB962C8B-B14F-4D97-AF65-F5344CB8AC3E}">
        <p14:creationId xmlns:p14="http://schemas.microsoft.com/office/powerpoint/2010/main" val="10317077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5" name="Slide Number Placeholder 4"/>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6"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176804609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dirty="0">
              <a:solidFill>
                <a:prstClr val="white"/>
              </a:solidFill>
            </a:endParaRPr>
          </a:p>
        </p:txBody>
      </p:sp>
      <p:sp>
        <p:nvSpPr>
          <p:cNvPr id="4" name="Slide Number Placeholder 3"/>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9704565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2" descr="\\.psf\Home\Desktop\Intel.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636578" y="2500173"/>
            <a:ext cx="2811727" cy="185318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465291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blank" preserve="1">
  <p:cSld name="1_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int_experience_wht_rgb_3000.png"/>
          <p:cNvPicPr>
            <a:picLocks noChangeAspect="1"/>
          </p:cNvPicPr>
          <p:nvPr userDrawn="1"/>
        </p:nvPicPr>
        <p:blipFill>
          <a:blip r:embed="rId3" cstate="print">
            <a:alphaModFix/>
            <a:extLst>
              <a:ext uri="{28A0092B-C50C-407E-A947-70E740481C1C}">
                <a14:useLocalDpi xmlns:a14="http://schemas.microsoft.com/office/drawing/2010/main" val="0"/>
              </a:ext>
            </a:extLst>
          </a:blip>
          <a:stretch>
            <a:fillRect/>
          </a:stretch>
        </p:blipFill>
        <p:spPr>
          <a:xfrm>
            <a:off x="4653644" y="2257770"/>
            <a:ext cx="2780507" cy="2818505"/>
          </a:xfrm>
          <a:prstGeom prst="rect">
            <a:avLst/>
          </a:prstGeom>
        </p:spPr>
      </p:pic>
    </p:spTree>
    <p:extLst>
      <p:ext uri="{BB962C8B-B14F-4D97-AF65-F5344CB8AC3E}">
        <p14:creationId xmlns:p14="http://schemas.microsoft.com/office/powerpoint/2010/main" val="245499391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3" y="6459787"/>
            <a:ext cx="2472271" cy="365125"/>
          </a:xfrm>
          <a:prstGeom prst="rect">
            <a:avLst/>
          </a:prstGeom>
        </p:spPr>
        <p:txBody>
          <a:bodyPr/>
          <a:lstStyle/>
          <a:p>
            <a:pPr defTabSz="609570"/>
            <a:fld id="{4241BA20-760E-460C-B72C-1F23BE99271A}" type="datetimeFigureOut">
              <a:rPr lang="en-US" smtClean="0">
                <a:solidFill>
                  <a:prstClr val="black"/>
                </a:solidFill>
              </a:rPr>
              <a:pPr defTabSz="609570"/>
              <a:t>12/13/2022</a:t>
            </a:fld>
            <a:endParaRPr lang="en-US" dirty="0">
              <a:solidFill>
                <a:prstClr val="black"/>
              </a:solidFill>
            </a:endParaRPr>
          </a:p>
        </p:txBody>
      </p:sp>
      <p:sp>
        <p:nvSpPr>
          <p:cNvPr id="5" name="Footer Placeholder 4"/>
          <p:cNvSpPr>
            <a:spLocks noGrp="1"/>
          </p:cNvSpPr>
          <p:nvPr>
            <p:ph type="ftr" sz="quarter" idx="11"/>
          </p:nvPr>
        </p:nvSpPr>
        <p:spPr/>
        <p:txBody>
          <a:bodyPr/>
          <a:lstStyle/>
          <a:p>
            <a:endParaRPr lang="en-US" dirty="0">
              <a:solidFill>
                <a:prstClr val="white"/>
              </a:solidFill>
            </a:endParaRPr>
          </a:p>
        </p:txBody>
      </p:sp>
      <p:sp>
        <p:nvSpPr>
          <p:cNvPr id="6" name="Slide Number Placeholder 5"/>
          <p:cNvSpPr>
            <a:spLocks noGrp="1"/>
          </p:cNvSpPr>
          <p:nvPr>
            <p:ph type="sldNum" sz="quarter" idx="12"/>
          </p:nvPr>
        </p:nvSpPr>
        <p:spPr/>
        <p:txBody>
          <a:bodyPr/>
          <a:lstStyle/>
          <a:p>
            <a:fld id="{7C9B5F7C-37D1-4049-9B6D-B4BB08B5766C}"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16752013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title" preserve="1">
  <p:cSld name="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2916" y="3305897"/>
            <a:ext cx="10950515" cy="1470025"/>
          </a:xfrm>
        </p:spPr>
        <p:txBody>
          <a:bodyPr lIns="0" rIns="0" anchor="b" anchorCtr="0">
            <a:noAutofit/>
          </a:bodyPr>
          <a:lstStyle>
            <a:lvl1pPr>
              <a:lnSpc>
                <a:spcPct val="80000"/>
              </a:lnSpc>
              <a:defRPr sz="8666" b="0" spc="0" baseline="0">
                <a:solidFill>
                  <a:schemeClr val="bg1"/>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radial gradient</a:t>
            </a:r>
          </a:p>
        </p:txBody>
      </p:sp>
      <p:sp>
        <p:nvSpPr>
          <p:cNvPr id="3"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16pt Intel Clear Subhead, Date, Etc.</a:t>
            </a:r>
          </a:p>
        </p:txBody>
      </p:sp>
      <p:pic>
        <p:nvPicPr>
          <p:cNvPr id="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602397" y="510892"/>
            <a:ext cx="1664065" cy="1106467"/>
          </a:xfrm>
          <a:prstGeom prst="rect">
            <a:avLst/>
          </a:prstGeom>
          <a:noFill/>
          <a:extLst>
            <a:ext uri="{909E8E84-426E-40dd-AFC4-6F175D3DCCD1}">
              <a14:hiddenFill xmlns:a14="http://schemas.microsoft.com/office/drawing/2010/main" xmlns="">
                <a:solidFill>
                  <a:srgbClr val="FFFFFF"/>
                </a:solidFill>
              </a14:hiddenFill>
            </a:ext>
          </a:extLst>
        </p:spPr>
      </p:pic>
      <p:pic>
        <p:nvPicPr>
          <p:cNvPr id="5" name="Picture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70040" y="6312590"/>
            <a:ext cx="1393965" cy="474801"/>
          </a:xfrm>
          <a:prstGeom prst="rect">
            <a:avLst/>
          </a:prstGeom>
        </p:spPr>
      </p:pic>
    </p:spTree>
    <p:extLst>
      <p:ext uri="{BB962C8B-B14F-4D97-AF65-F5344CB8AC3E}">
        <p14:creationId xmlns:p14="http://schemas.microsoft.com/office/powerpoint/2010/main" val="80586043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592916" y="3305897"/>
            <a:ext cx="10950515" cy="1470025"/>
          </a:xfrm>
        </p:spPr>
        <p:txBody>
          <a:bodyPr lIns="0" rIns="0" anchor="b" anchorCtr="0">
            <a:noAutofit/>
          </a:bodyPr>
          <a:lstStyle>
            <a:lvl1pPr>
              <a:lnSpc>
                <a:spcPct val="80000"/>
              </a:lnSpc>
              <a:defRPr sz="8666" b="0" spc="0" baseline="0">
                <a:solidFill>
                  <a:schemeClr val="bg1"/>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radial gradient</a:t>
            </a:r>
          </a:p>
        </p:txBody>
      </p:sp>
      <p:sp>
        <p:nvSpPr>
          <p:cNvPr id="9"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16pt Intel Clear Subhead, Date, Etc.</a:t>
            </a:r>
          </a:p>
        </p:txBody>
      </p:sp>
      <p:pic>
        <p:nvPicPr>
          <p:cNvPr id="10" name="Picture 9" descr="int_experience_hrz_wht_rgb_1500.png"/>
          <p:cNvPicPr>
            <a:picLocks noChangeAspect="1"/>
          </p:cNvPicPr>
          <p:nvPr userDrawn="1"/>
        </p:nvPicPr>
        <p:blipFill>
          <a:blip r:embed="rId3" cstate="print">
            <a:alphaModFix/>
            <a:extLst>
              <a:ext uri="{28A0092B-C50C-407E-A947-70E740481C1C}">
                <a14:useLocalDpi xmlns:a14="http://schemas.microsoft.com/office/drawing/2010/main" val="0"/>
              </a:ext>
            </a:extLst>
          </a:blip>
          <a:stretch>
            <a:fillRect/>
          </a:stretch>
        </p:blipFill>
        <p:spPr>
          <a:xfrm>
            <a:off x="614258" y="518971"/>
            <a:ext cx="2829021" cy="1183045"/>
          </a:xfrm>
          <a:prstGeom prst="rect">
            <a:avLst/>
          </a:prstGeom>
        </p:spPr>
      </p:pic>
    </p:spTree>
    <p:extLst>
      <p:ext uri="{BB962C8B-B14F-4D97-AF65-F5344CB8AC3E}">
        <p14:creationId xmlns:p14="http://schemas.microsoft.com/office/powerpoint/2010/main" val="290551306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12192000" cy="6358467"/>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pic>
        <p:nvPicPr>
          <p:cNvPr id="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602397" y="510892"/>
            <a:ext cx="1664065" cy="1106467"/>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Title 1"/>
          <p:cNvSpPr>
            <a:spLocks noGrp="1"/>
          </p:cNvSpPr>
          <p:nvPr>
            <p:ph type="ctrTitle" hasCustomPrompt="1"/>
          </p:nvPr>
        </p:nvSpPr>
        <p:spPr>
          <a:xfrm>
            <a:off x="592916" y="3305897"/>
            <a:ext cx="10950515" cy="1470025"/>
          </a:xfrm>
        </p:spPr>
        <p:txBody>
          <a:bodyPr lIns="0" rIns="0" anchor="b" anchorCtr="0">
            <a:noAutofit/>
          </a:bodyPr>
          <a:lstStyle>
            <a:lvl1pPr>
              <a:lnSpc>
                <a:spcPct val="80000"/>
              </a:lnSpc>
              <a:defRPr sz="8666" b="0" spc="0" baseline="0">
                <a:solidFill>
                  <a:schemeClr val="bg1"/>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image</a:t>
            </a:r>
          </a:p>
        </p:txBody>
      </p:sp>
      <p:sp>
        <p:nvSpPr>
          <p:cNvPr id="14"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16pt Intel Clear Subhead, Date, Etc.</a:t>
            </a:r>
          </a:p>
        </p:txBody>
      </p:sp>
    </p:spTree>
    <p:extLst>
      <p:ext uri="{BB962C8B-B14F-4D97-AF65-F5344CB8AC3E}">
        <p14:creationId xmlns:p14="http://schemas.microsoft.com/office/powerpoint/2010/main" val="301481148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dirty="0">
              <a:solidFill>
                <a:prstClr val="white"/>
              </a:solidFill>
            </a:endParaRPr>
          </a:p>
        </p:txBody>
      </p:sp>
      <p:sp>
        <p:nvSpPr>
          <p:cNvPr id="6" name="Slide Number Placeholder 5"/>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
        <p:nvSpPr>
          <p:cNvPr id="9" name="Content Placeholder 8"/>
          <p:cNvSpPr>
            <a:spLocks noGrp="1"/>
          </p:cNvSpPr>
          <p:nvPr>
            <p:ph sz="quarter" idx="13" hasCustomPrompt="1"/>
          </p:nvPr>
        </p:nvSpPr>
        <p:spPr>
          <a:xfrm>
            <a:off x="607484" y="1604434"/>
            <a:ext cx="10970683" cy="4567767"/>
          </a:xfrm>
        </p:spPr>
        <p:txBody>
          <a:bodyPr/>
          <a:lstStyle>
            <a:lvl1pPr>
              <a:defRPr>
                <a:solidFill>
                  <a:srgbClr val="0071C5"/>
                </a:solidFill>
              </a:defRPr>
            </a:lvl1pPr>
            <a:lvl2pPr>
              <a:defRPr sz="2400"/>
            </a:lvl2pPr>
            <a:lvl3pPr>
              <a:defRPr sz="2400"/>
            </a:lvl3pPr>
            <a:lvl4pPr>
              <a:defRPr sz="2133"/>
            </a:lvl4pPr>
          </a:lstStyle>
          <a:p>
            <a:pPr lvl="0"/>
            <a:r>
              <a:rPr lang="en-US" dirty="0"/>
              <a:t>18pt Intel Clear body text</a:t>
            </a:r>
          </a:p>
          <a:p>
            <a:pPr lvl="1"/>
            <a:r>
              <a:rPr lang="en-US" dirty="0"/>
              <a:t>18pt Intel Clear bullet one</a:t>
            </a:r>
          </a:p>
          <a:p>
            <a:pPr lvl="2"/>
            <a:r>
              <a:rPr lang="en-US" dirty="0"/>
              <a:t>18pt Intel Clear sub-bullet</a:t>
            </a:r>
          </a:p>
          <a:p>
            <a:pPr lvl="3"/>
            <a:r>
              <a:rPr lang="en-US" dirty="0"/>
              <a:t>16pt Intel Clear fourth level</a:t>
            </a:r>
          </a:p>
          <a:p>
            <a:pPr lvl="4"/>
            <a:r>
              <a:rPr lang="en-US" dirty="0" err="1"/>
              <a:t>14pt</a:t>
            </a:r>
            <a:r>
              <a:rPr lang="en-US" dirty="0"/>
              <a:t> Intel Clear fifth level</a:t>
            </a:r>
          </a:p>
        </p:txBody>
      </p:sp>
    </p:spTree>
    <p:extLst>
      <p:ext uri="{BB962C8B-B14F-4D97-AF65-F5344CB8AC3E}">
        <p14:creationId xmlns:p14="http://schemas.microsoft.com/office/powerpoint/2010/main" val="247829920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solidFill>
                <a:prstClr val="white"/>
              </a:solidFill>
            </a:endParaRPr>
          </a:p>
        </p:txBody>
      </p:sp>
      <p:sp>
        <p:nvSpPr>
          <p:cNvPr id="7" name="Slide Number Placeholder 6"/>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5" name="Content Placeholder 2"/>
          <p:cNvSpPr>
            <a:spLocks noGrp="1"/>
          </p:cNvSpPr>
          <p:nvPr>
            <p:ph sz="half" idx="1" hasCustomPrompt="1"/>
          </p:nvPr>
        </p:nvSpPr>
        <p:spPr>
          <a:xfrm>
            <a:off x="607485" y="1604433"/>
            <a:ext cx="5342468"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8"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
        <p:nvSpPr>
          <p:cNvPr id="9" name="Picture Placeholder 8"/>
          <p:cNvSpPr>
            <a:spLocks noGrp="1"/>
          </p:cNvSpPr>
          <p:nvPr>
            <p:ph type="pic" sz="quarter" idx="13"/>
          </p:nvPr>
        </p:nvSpPr>
        <p:spPr>
          <a:xfrm>
            <a:off x="6441018" y="1257907"/>
            <a:ext cx="4241497" cy="2227933"/>
          </a:xfrm>
          <a:solidFill>
            <a:schemeClr val="bg2">
              <a:lumMod val="60000"/>
              <a:lumOff val="40000"/>
            </a:schemeClr>
          </a:solidFill>
        </p:spPr>
        <p:txBody>
          <a:bodyPr/>
          <a:lstStyle>
            <a:lvl1pPr>
              <a:defRPr sz="2400">
                <a:latin typeface="Intel Clear"/>
              </a:defRPr>
            </a:lvl1pPr>
          </a:lstStyle>
          <a:p>
            <a:endParaRPr lang="en-US" sz="1467" dirty="0">
              <a:latin typeface="Arial"/>
            </a:endParaRPr>
          </a:p>
        </p:txBody>
      </p:sp>
      <p:sp>
        <p:nvSpPr>
          <p:cNvPr id="10" name="Picture Placeholder 8"/>
          <p:cNvSpPr>
            <a:spLocks noGrp="1"/>
          </p:cNvSpPr>
          <p:nvPr>
            <p:ph type="pic" sz="quarter" idx="14"/>
          </p:nvPr>
        </p:nvSpPr>
        <p:spPr>
          <a:xfrm>
            <a:off x="6441018" y="3791863"/>
            <a:ext cx="4241497" cy="2227933"/>
          </a:xfrm>
          <a:solidFill>
            <a:schemeClr val="bg2">
              <a:lumMod val="60000"/>
              <a:lumOff val="40000"/>
            </a:schemeClr>
          </a:solidFill>
        </p:spPr>
        <p:txBody>
          <a:bodyPr/>
          <a:lstStyle>
            <a:lvl1pPr>
              <a:defRPr sz="2400">
                <a:latin typeface="Intel Clear"/>
              </a:defRPr>
            </a:lvl1pPr>
          </a:lstStyle>
          <a:p>
            <a:endParaRPr lang="en-US" sz="1467" dirty="0">
              <a:latin typeface="Arial"/>
            </a:endParaRPr>
          </a:p>
        </p:txBody>
      </p:sp>
    </p:spTree>
    <p:extLst>
      <p:ext uri="{BB962C8B-B14F-4D97-AF65-F5344CB8AC3E}">
        <p14:creationId xmlns:p14="http://schemas.microsoft.com/office/powerpoint/2010/main" val="289794404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solidFill>
                <a:prstClr val="white"/>
              </a:solidFill>
            </a:endParaRPr>
          </a:p>
        </p:txBody>
      </p:sp>
      <p:sp>
        <p:nvSpPr>
          <p:cNvPr id="7" name="Slide Number Placeholder 6"/>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5" name="Content Placeholder 2"/>
          <p:cNvSpPr>
            <a:spLocks noGrp="1"/>
          </p:cNvSpPr>
          <p:nvPr>
            <p:ph sz="half" idx="1" hasCustomPrompt="1"/>
          </p:nvPr>
        </p:nvSpPr>
        <p:spPr>
          <a:xfrm>
            <a:off x="607485" y="1604433"/>
            <a:ext cx="5342468"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16" name="Content Placeholder 2"/>
          <p:cNvSpPr>
            <a:spLocks noGrp="1"/>
          </p:cNvSpPr>
          <p:nvPr>
            <p:ph sz="half" idx="13" hasCustomPrompt="1"/>
          </p:nvPr>
        </p:nvSpPr>
        <p:spPr>
          <a:xfrm>
            <a:off x="6237817" y="1604433"/>
            <a:ext cx="5340352"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8"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401487428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7485" y="1604434"/>
            <a:ext cx="10970684" cy="4567767"/>
          </a:xfrm>
        </p:spPr>
        <p:txBody>
          <a:bodyPr anchor="ctr" anchorCtr="0"/>
          <a:lstStyle>
            <a:lvl1pPr marL="253994" indent="-253994">
              <a:defRPr sz="4800" b="1" baseline="0">
                <a:solidFill>
                  <a:schemeClr val="accent2"/>
                </a:solidFill>
                <a:latin typeface="+mn-lt"/>
                <a:cs typeface="Intel Clear"/>
              </a:defRPr>
            </a:lvl1pPr>
            <a:lvl2pPr marL="556670" indent="-300559">
              <a:buFont typeface="Intel Clear" pitchFamily="34" charset="0"/>
              <a:buChar char="–"/>
              <a:defRPr sz="1600" baseline="0">
                <a:latin typeface="+mn-lt"/>
                <a:cs typeface="Intel Clear" panose="020B0604020203020204" pitchFamily="34" charset="0"/>
              </a:defRPr>
            </a:lvl2pPr>
            <a:lvl3pPr marL="914377" indent="-304792">
              <a:buFont typeface="Intel Clear" pitchFamily="34" charset="0"/>
              <a:buChar char="–"/>
              <a:defRPr sz="1600">
                <a:latin typeface="+mn-lt"/>
              </a:defRPr>
            </a:lvl3pPr>
            <a:lvl4pPr>
              <a:buFont typeface="Intel Clear" pitchFamily="34" charset="0"/>
              <a:buChar char="–"/>
              <a:defRPr sz="1467">
                <a:latin typeface="+mn-lt"/>
              </a:defRPr>
            </a:lvl4pPr>
            <a:lvl5pPr>
              <a:buFont typeface="Intel Clear" pitchFamily="34" charset="0"/>
              <a:buChar char="–"/>
              <a:defRPr sz="1400">
                <a:latin typeface="+mn-lt"/>
              </a:defRPr>
            </a:lvl5pPr>
          </a:lstStyle>
          <a:p>
            <a:pPr lvl="0"/>
            <a:r>
              <a:rPr lang="en-US" dirty="0"/>
              <a:t>“36pt Intel Clear Bold Text”</a:t>
            </a:r>
          </a:p>
          <a:p>
            <a:pPr lvl="1"/>
            <a:r>
              <a:rPr lang="en-US" dirty="0" err="1"/>
              <a:t>12pt</a:t>
            </a:r>
            <a:r>
              <a:rPr lang="en-US" dirty="0"/>
              <a:t> Attribution</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solidFill>
                <a:prstClr val="white"/>
              </a:solidFill>
            </a:endParaRPr>
          </a:p>
        </p:txBody>
      </p:sp>
      <p:sp>
        <p:nvSpPr>
          <p:cNvPr id="6" name="Slide Number Placeholder 5"/>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93380566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12192000" cy="6358467"/>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sp>
        <p:nvSpPr>
          <p:cNvPr id="6" name="Slide Number Placeholder 5"/>
          <p:cNvSpPr>
            <a:spLocks noGrp="1"/>
          </p:cNvSpPr>
          <p:nvPr>
            <p:ph type="sldNum" sz="quarter" idx="12"/>
          </p:nvPr>
        </p:nvSpPr>
        <p:spPr>
          <a:xfrm>
            <a:off x="9163136" y="6432516"/>
            <a:ext cx="2844800" cy="365125"/>
          </a:xfrm>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4" name="Footer Placeholder 2"/>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415266585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3432175"/>
            <a:ext cx="12192000" cy="2926292"/>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sp>
        <p:nvSpPr>
          <p:cNvPr id="14" name="Footer Placeholder 2"/>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6" name="Slide Number Placeholder 5"/>
          <p:cNvSpPr>
            <a:spLocks noGrp="1"/>
          </p:cNvSpPr>
          <p:nvPr>
            <p:ph type="sldNum" sz="quarter" idx="12"/>
          </p:nvPr>
        </p:nvSpPr>
        <p:spPr>
          <a:xfrm>
            <a:off x="9163136" y="6432516"/>
            <a:ext cx="2844800" cy="365125"/>
          </a:xfrm>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8" name="Content Placeholder 2"/>
          <p:cNvSpPr>
            <a:spLocks noGrp="1"/>
          </p:cNvSpPr>
          <p:nvPr>
            <p:ph sz="half" idx="1" hasCustomPrompt="1"/>
          </p:nvPr>
        </p:nvSpPr>
        <p:spPr>
          <a:xfrm>
            <a:off x="607485" y="1604433"/>
            <a:ext cx="5342468" cy="1745720"/>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19" name="Content Placeholder 2"/>
          <p:cNvSpPr>
            <a:spLocks noGrp="1"/>
          </p:cNvSpPr>
          <p:nvPr>
            <p:ph sz="half" idx="15" hasCustomPrompt="1"/>
          </p:nvPr>
        </p:nvSpPr>
        <p:spPr>
          <a:xfrm>
            <a:off x="6237817" y="1604433"/>
            <a:ext cx="5340352" cy="1745720"/>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3" name="TextBox 2"/>
          <p:cNvSpPr txBox="1"/>
          <p:nvPr userDrawn="1"/>
        </p:nvSpPr>
        <p:spPr>
          <a:xfrm>
            <a:off x="1345983" y="6634394"/>
            <a:ext cx="184731" cy="297454"/>
          </a:xfrm>
          <a:prstGeom prst="rect">
            <a:avLst/>
          </a:prstGeom>
          <a:noFill/>
        </p:spPr>
        <p:txBody>
          <a:bodyPr wrap="none" rtlCol="0">
            <a:spAutoFit/>
          </a:bodyPr>
          <a:lstStyle/>
          <a:p>
            <a:pPr defTabSz="609585"/>
            <a:endParaRPr lang="en-US" sz="1333" dirty="0">
              <a:solidFill>
                <a:srgbClr val="003C71"/>
              </a:solidFill>
              <a:cs typeface="Intel Clear"/>
            </a:endParaRPr>
          </a:p>
        </p:txBody>
      </p:sp>
      <p:sp>
        <p:nvSpPr>
          <p:cNvPr id="10"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33819865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237818" y="2"/>
            <a:ext cx="5954183" cy="6358465"/>
          </a:xfrm>
          <a:solidFill>
            <a:schemeClr val="bg2">
              <a:lumMod val="60000"/>
              <a:lumOff val="40000"/>
            </a:schemeClr>
          </a:solidFill>
        </p:spPr>
        <p:txBody>
          <a:bodyPr/>
          <a:lstStyle>
            <a:lvl1pPr>
              <a:defRPr baseline="0"/>
            </a:lvl1pPr>
          </a:lstStyle>
          <a:p>
            <a:r>
              <a:rPr lang="en-US" dirty="0"/>
              <a:t>Insert photo here. Drag picture to placeholder or click icon to add.</a:t>
            </a:r>
          </a:p>
        </p:txBody>
      </p:sp>
      <p:sp>
        <p:nvSpPr>
          <p:cNvPr id="2" name="Title 1"/>
          <p:cNvSpPr>
            <a:spLocks noGrp="1"/>
          </p:cNvSpPr>
          <p:nvPr>
            <p:ph type="title" hasCustomPrompt="1"/>
          </p:nvPr>
        </p:nvSpPr>
        <p:spPr>
          <a:xfrm>
            <a:off x="607484" y="411797"/>
            <a:ext cx="5342467" cy="1158240"/>
          </a:xfrm>
        </p:spPr>
        <p:txBody>
          <a:bodyPr>
            <a:noAutofit/>
          </a:bodyPr>
          <a:lstStyle>
            <a:lvl1pPr>
              <a:defRPr sz="3733" b="0" i="0" baseline="0">
                <a:latin typeface="Intel Clear"/>
                <a:cs typeface="Intel Clear"/>
              </a:defRPr>
            </a:lvl1pPr>
          </a:lstStyle>
          <a:p>
            <a:r>
              <a:rPr lang="en-US" dirty="0"/>
              <a:t>28pt Intel Clear Headline</a:t>
            </a:r>
          </a:p>
        </p:txBody>
      </p:sp>
      <p:sp>
        <p:nvSpPr>
          <p:cNvPr id="14" name="Footer Placeholder 2"/>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6" name="Slide Number Placeholder 5"/>
          <p:cNvSpPr>
            <a:spLocks noGrp="1"/>
          </p:cNvSpPr>
          <p:nvPr>
            <p:ph type="sldNum" sz="quarter" idx="12"/>
          </p:nvPr>
        </p:nvSpPr>
        <p:spPr>
          <a:xfrm>
            <a:off x="9163136" y="6432516"/>
            <a:ext cx="2844800" cy="365125"/>
          </a:xfrm>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7" name="Content Placeholder 2"/>
          <p:cNvSpPr>
            <a:spLocks noGrp="1"/>
          </p:cNvSpPr>
          <p:nvPr>
            <p:ph sz="half" idx="1" hasCustomPrompt="1"/>
          </p:nvPr>
        </p:nvSpPr>
        <p:spPr>
          <a:xfrm>
            <a:off x="607485" y="1766992"/>
            <a:ext cx="5342467"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Tree>
    <p:extLst>
      <p:ext uri="{BB962C8B-B14F-4D97-AF65-F5344CB8AC3E}">
        <p14:creationId xmlns:p14="http://schemas.microsoft.com/office/powerpoint/2010/main" val="1977579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484" y="2810749"/>
            <a:ext cx="10363200" cy="1362075"/>
          </a:xfrm>
        </p:spPr>
        <p:txBody>
          <a:bodyPr anchor="b" anchorCtr="0">
            <a:noAutofit/>
          </a:bodyPr>
          <a:lstStyle>
            <a:lvl1pPr algn="l">
              <a:lnSpc>
                <a:spcPct val="80000"/>
              </a:lnSpc>
              <a:defRPr sz="72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a:t>54pt Intel Clear Pro</a:t>
            </a:r>
            <a:br>
              <a:rPr lang="en-US" dirty="0"/>
            </a:br>
            <a:r>
              <a:rPr lang="en-US" dirty="0"/>
              <a:t>white section break</a:t>
            </a:r>
          </a:p>
        </p:txBody>
      </p:sp>
      <p:sp>
        <p:nvSpPr>
          <p:cNvPr id="3" name="Text Placeholder 2"/>
          <p:cNvSpPr>
            <a:spLocks noGrp="1"/>
          </p:cNvSpPr>
          <p:nvPr>
            <p:ph type="body" idx="1" hasCustomPrompt="1"/>
          </p:nvPr>
        </p:nvSpPr>
        <p:spPr>
          <a:xfrm>
            <a:off x="607484" y="4321533"/>
            <a:ext cx="10363200" cy="1500187"/>
          </a:xfrm>
        </p:spPr>
        <p:txBody>
          <a:bodyPr anchor="t" anchorCtr="0">
            <a:noAutofit/>
          </a:bodyPr>
          <a:lstStyle>
            <a:lvl1pPr marL="0" indent="0">
              <a:buNone/>
              <a:defRPr sz="2133" b="0" baseline="0">
                <a:solidFill>
                  <a:schemeClr val="accent2"/>
                </a:solidFill>
                <a:latin typeface="+mn-lt"/>
                <a:cs typeface="Intel Clear" panose="020B060402020302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16pt Intel Clear Subhead</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80556888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userDrawn="1">
            <p:ph type="title" hasCustomPrompt="1"/>
          </p:nvPr>
        </p:nvSpPr>
        <p:spPr>
          <a:xfrm>
            <a:off x="607484" y="2810749"/>
            <a:ext cx="10363200" cy="1362075"/>
          </a:xfrm>
        </p:spPr>
        <p:txBody>
          <a:bodyPr anchor="b" anchorCtr="0">
            <a:noAutofit/>
          </a:bodyPr>
          <a:lstStyle>
            <a:lvl1pPr algn="l">
              <a:lnSpc>
                <a:spcPct val="80000"/>
              </a:lnSpc>
              <a:defRPr sz="72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a:t>54pt Intel Clear Pro</a:t>
            </a:r>
            <a:br>
              <a:rPr lang="en-US" dirty="0"/>
            </a:br>
            <a:r>
              <a:rPr lang="en-US" dirty="0"/>
              <a:t>blue section break</a:t>
            </a:r>
          </a:p>
        </p:txBody>
      </p:sp>
      <p:sp>
        <p:nvSpPr>
          <p:cNvPr id="3" name="Text Placeholder 2"/>
          <p:cNvSpPr>
            <a:spLocks noGrp="1"/>
          </p:cNvSpPr>
          <p:nvPr userDrawn="1">
            <p:ph type="body" idx="1" hasCustomPrompt="1"/>
          </p:nvPr>
        </p:nvSpPr>
        <p:spPr>
          <a:xfrm>
            <a:off x="607484" y="4321533"/>
            <a:ext cx="10363200" cy="1500187"/>
          </a:xfrm>
        </p:spPr>
        <p:txBody>
          <a:bodyPr anchor="t" anchorCtr="0">
            <a:noAutofit/>
          </a:bodyPr>
          <a:lstStyle>
            <a:lvl1pPr marL="0" indent="0">
              <a:buNone/>
              <a:defRPr sz="2133" b="0" i="0" baseline="0">
                <a:solidFill>
                  <a:srgbClr val="F3D54E"/>
                </a:solidFill>
                <a:latin typeface="Intel Clear"/>
                <a:cs typeface="Intel Clear"/>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16pt Intel Clear Subhead</a:t>
            </a:r>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2744" y="6276197"/>
            <a:ext cx="1393965" cy="474801"/>
          </a:xfrm>
          <a:prstGeom prst="rect">
            <a:avLst/>
          </a:prstGeom>
        </p:spPr>
      </p:pic>
    </p:spTree>
    <p:extLst>
      <p:ext uri="{BB962C8B-B14F-4D97-AF65-F5344CB8AC3E}">
        <p14:creationId xmlns:p14="http://schemas.microsoft.com/office/powerpoint/2010/main" val="18229043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07484" y="2979843"/>
            <a:ext cx="10363200" cy="1500187"/>
          </a:xfrm>
        </p:spPr>
        <p:txBody>
          <a:bodyPr anchor="t" anchorCtr="0">
            <a:noAutofit/>
          </a:bodyPr>
          <a:lstStyle>
            <a:lvl1pPr marL="0" indent="0">
              <a:buNone/>
              <a:defRPr sz="5333" b="0" baseline="0">
                <a:solidFill>
                  <a:schemeClr val="accent2"/>
                </a:solidFill>
                <a:latin typeface="Intel Clear"/>
                <a:ea typeface="Intel Clear"/>
                <a:cs typeface="Intel Clear"/>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40pt Intel Clear Light Body.</a:t>
            </a:r>
            <a:br>
              <a:rPr lang="en-US" dirty="0"/>
            </a:br>
            <a:r>
              <a:rPr lang="en-US" dirty="0"/>
              <a:t>For content that is not a section, but has a big idea in text only.</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solidFill>
                  <a:prstClr val="white"/>
                </a:solidFill>
              </a:rPr>
              <a:pPr/>
              <a:t>‹#›</a:t>
            </a:fld>
            <a:endParaRPr lang="en-US" dirty="0">
              <a:solidFill>
                <a:prstClr val="white"/>
              </a:solidFill>
            </a:endParaRPr>
          </a:p>
        </p:txBody>
      </p:sp>
      <p:sp>
        <p:nvSpPr>
          <p:cNvPr id="7" name="Title 1"/>
          <p:cNvSpPr>
            <a:spLocks noGrp="1"/>
          </p:cNvSpPr>
          <p:nvPr>
            <p:ph type="title" hasCustomPrompt="1"/>
          </p:nvPr>
        </p:nvSpPr>
        <p:spPr>
          <a:xfrm>
            <a:off x="607484" y="1469059"/>
            <a:ext cx="10363200" cy="1362075"/>
          </a:xfrm>
        </p:spPr>
        <p:txBody>
          <a:bodyPr anchor="b" anchorCtr="0">
            <a:noAutofit/>
          </a:bodyPr>
          <a:lstStyle>
            <a:lvl1pPr algn="l">
              <a:lnSpc>
                <a:spcPct val="80000"/>
              </a:lnSpc>
              <a:defRPr sz="5333"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40pt Intel Clear Heading</a:t>
            </a:r>
          </a:p>
        </p:txBody>
      </p:sp>
    </p:spTree>
    <p:extLst>
      <p:ext uri="{BB962C8B-B14F-4D97-AF65-F5344CB8AC3E}">
        <p14:creationId xmlns:p14="http://schemas.microsoft.com/office/powerpoint/2010/main" val="119563688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484" y="3013451"/>
            <a:ext cx="10363200" cy="1362075"/>
          </a:xfrm>
        </p:spPr>
        <p:txBody>
          <a:bodyPr anchor="b" anchorCtr="0">
            <a:noAutofit/>
          </a:bodyPr>
          <a:lstStyle>
            <a:lvl1pPr algn="l">
              <a:lnSpc>
                <a:spcPct val="80000"/>
              </a:lnSpc>
              <a:defRPr sz="72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a:t>54pt Intel Clear Pro blue section</a:t>
            </a:r>
          </a:p>
        </p:txBody>
      </p:sp>
      <p:sp>
        <p:nvSpPr>
          <p:cNvPr id="3" name="Text Placeholder 2"/>
          <p:cNvSpPr>
            <a:spLocks noGrp="1"/>
          </p:cNvSpPr>
          <p:nvPr>
            <p:ph type="body" idx="1" hasCustomPrompt="1"/>
          </p:nvPr>
        </p:nvSpPr>
        <p:spPr>
          <a:xfrm>
            <a:off x="607484" y="4465049"/>
            <a:ext cx="10363200" cy="1500187"/>
          </a:xfrm>
        </p:spPr>
        <p:txBody>
          <a:bodyPr anchor="t" anchorCtr="0">
            <a:noAutofit/>
          </a:bodyPr>
          <a:lstStyle>
            <a:lvl1pPr marL="0" indent="0">
              <a:buNone/>
              <a:defRPr sz="2133" b="0" baseline="0">
                <a:solidFill>
                  <a:srgbClr val="F3D54E"/>
                </a:solidFill>
                <a:latin typeface="+mn-lt"/>
                <a:cs typeface="Intel Clear" panose="020B060402020302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16pt Intel Clear Subhead</a:t>
            </a:r>
          </a:p>
        </p:txBody>
      </p:sp>
      <p:sp>
        <p:nvSpPr>
          <p:cNvPr id="5" name="Picture Placeholder 4"/>
          <p:cNvSpPr>
            <a:spLocks noGrp="1"/>
          </p:cNvSpPr>
          <p:nvPr>
            <p:ph type="pic" sz="quarter" idx="13" hasCustomPrompt="1"/>
          </p:nvPr>
        </p:nvSpPr>
        <p:spPr>
          <a:xfrm>
            <a:off x="0" y="2"/>
            <a:ext cx="12192000" cy="3432175"/>
          </a:xfrm>
          <a:solidFill>
            <a:schemeClr val="bg2">
              <a:lumMod val="60000"/>
              <a:lumOff val="40000"/>
            </a:schemeClr>
          </a:solidFill>
        </p:spPr>
        <p:txBody>
          <a:bodyPr/>
          <a:lstStyle>
            <a:lvl1pPr>
              <a:defRPr baseline="0">
                <a:solidFill>
                  <a:srgbClr val="0071C5"/>
                </a:solidFill>
              </a:defRPr>
            </a:lvl1pPr>
          </a:lstStyle>
          <a:p>
            <a:r>
              <a:rPr lang="en-US" dirty="0"/>
              <a:t>Insert photo here. Drag picture to placeholder or click icon to add.</a:t>
            </a:r>
          </a:p>
        </p:txBody>
      </p:sp>
    </p:spTree>
    <p:extLst>
      <p:ext uri="{BB962C8B-B14F-4D97-AF65-F5344CB8AC3E}">
        <p14:creationId xmlns:p14="http://schemas.microsoft.com/office/powerpoint/2010/main" val="340622095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5" name="Slide Number Placeholder 4"/>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6"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274000107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dirty="0">
              <a:solidFill>
                <a:prstClr val="white"/>
              </a:solidFill>
            </a:endParaRPr>
          </a:p>
        </p:txBody>
      </p:sp>
      <p:sp>
        <p:nvSpPr>
          <p:cNvPr id="4" name="Slide Number Placeholder 3"/>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30917678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2" descr="\\.psf\Home\Desktop\Intel.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636577" y="2500173"/>
            <a:ext cx="2811727" cy="185318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81242334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type="blank" preserve="1">
  <p:cSld name="1_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int_experience_wht_rgb_3000.png"/>
          <p:cNvPicPr>
            <a:picLocks noChangeAspect="1"/>
          </p:cNvPicPr>
          <p:nvPr userDrawn="1"/>
        </p:nvPicPr>
        <p:blipFill>
          <a:blip r:embed="rId3" cstate="print">
            <a:alphaModFix/>
            <a:extLst>
              <a:ext uri="{28A0092B-C50C-407E-A947-70E740481C1C}">
                <a14:useLocalDpi xmlns:a14="http://schemas.microsoft.com/office/drawing/2010/main" val="0"/>
              </a:ext>
            </a:extLst>
          </a:blip>
          <a:stretch>
            <a:fillRect/>
          </a:stretch>
        </p:blipFill>
        <p:spPr>
          <a:xfrm>
            <a:off x="4653643" y="2257769"/>
            <a:ext cx="2780507" cy="2818505"/>
          </a:xfrm>
          <a:prstGeom prst="rect">
            <a:avLst/>
          </a:prstGeom>
        </p:spPr>
      </p:pic>
    </p:spTree>
    <p:extLst>
      <p:ext uri="{BB962C8B-B14F-4D97-AF65-F5344CB8AC3E}">
        <p14:creationId xmlns:p14="http://schemas.microsoft.com/office/powerpoint/2010/main" val="285313391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1"/>
            <a:ext cx="2743200" cy="365125"/>
          </a:xfrm>
          <a:prstGeom prst="rect">
            <a:avLst/>
          </a:prstGeom>
        </p:spPr>
        <p:txBody>
          <a:bodyPr/>
          <a:lstStyle/>
          <a:p>
            <a:pPr defTabSz="609585"/>
            <a:fld id="{B222DE98-71C2-4F21-A468-BC1BD45B41D6}" type="datetimeFigureOut">
              <a:rPr lang="en-US" smtClean="0">
                <a:solidFill>
                  <a:prstClr val="black"/>
                </a:solidFill>
              </a:rPr>
              <a:pPr defTabSz="609585"/>
              <a:t>12/13/2022</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white"/>
              </a:solidFill>
            </a:endParaRPr>
          </a:p>
        </p:txBody>
      </p:sp>
      <p:sp>
        <p:nvSpPr>
          <p:cNvPr id="6" name="Slide Number Placeholder 5"/>
          <p:cNvSpPr>
            <a:spLocks noGrp="1"/>
          </p:cNvSpPr>
          <p:nvPr>
            <p:ph type="sldNum" sz="quarter" idx="12"/>
          </p:nvPr>
        </p:nvSpPr>
        <p:spPr/>
        <p:txBody>
          <a:bodyPr/>
          <a:lstStyle/>
          <a:p>
            <a:fld id="{32A9F4F0-1C82-471D-B0A2-953E8EFA9DDC}"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368272451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title" preserve="1">
  <p:cSld name="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2916" y="3305897"/>
            <a:ext cx="10950515" cy="1470025"/>
          </a:xfrm>
        </p:spPr>
        <p:txBody>
          <a:bodyPr lIns="0" rIns="0" anchor="b" anchorCtr="0">
            <a:noAutofit/>
          </a:bodyPr>
          <a:lstStyle>
            <a:lvl1pPr>
              <a:lnSpc>
                <a:spcPct val="80000"/>
              </a:lnSpc>
              <a:defRPr sz="8666" b="0" spc="0" baseline="0">
                <a:solidFill>
                  <a:schemeClr val="bg1"/>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radial gradient</a:t>
            </a:r>
          </a:p>
        </p:txBody>
      </p:sp>
      <p:sp>
        <p:nvSpPr>
          <p:cNvPr id="3"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16pt Intel Clear Subhead, Date, Etc.</a:t>
            </a:r>
          </a:p>
        </p:txBody>
      </p:sp>
      <p:pic>
        <p:nvPicPr>
          <p:cNvPr id="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602397" y="510892"/>
            <a:ext cx="1664065" cy="1106467"/>
          </a:xfrm>
          <a:prstGeom prst="rect">
            <a:avLst/>
          </a:prstGeom>
          <a:noFill/>
          <a:extLst>
            <a:ext uri="{909E8E84-426E-40dd-AFC4-6F175D3DCCD1}">
              <a14:hiddenFill xmlns:a14="http://schemas.microsoft.com/office/drawing/2010/main" xmlns="">
                <a:solidFill>
                  <a:srgbClr val="FFFFFF"/>
                </a:solidFill>
              </a14:hiddenFill>
            </a:ext>
          </a:extLst>
        </p:spPr>
      </p:pic>
      <p:pic>
        <p:nvPicPr>
          <p:cNvPr id="5" name="Picture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70040" y="6312590"/>
            <a:ext cx="1393965" cy="474801"/>
          </a:xfrm>
          <a:prstGeom prst="rect">
            <a:avLst/>
          </a:prstGeom>
        </p:spPr>
      </p:pic>
    </p:spTree>
    <p:extLst>
      <p:ext uri="{BB962C8B-B14F-4D97-AF65-F5344CB8AC3E}">
        <p14:creationId xmlns:p14="http://schemas.microsoft.com/office/powerpoint/2010/main" val="24591126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592916" y="3305897"/>
            <a:ext cx="10950515" cy="1470025"/>
          </a:xfrm>
        </p:spPr>
        <p:txBody>
          <a:bodyPr lIns="0" rIns="0" anchor="b" anchorCtr="0">
            <a:noAutofit/>
          </a:bodyPr>
          <a:lstStyle>
            <a:lvl1pPr>
              <a:lnSpc>
                <a:spcPct val="80000"/>
              </a:lnSpc>
              <a:defRPr sz="8666" b="0" spc="0" baseline="0">
                <a:solidFill>
                  <a:schemeClr val="bg1"/>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radial gradient</a:t>
            </a:r>
          </a:p>
        </p:txBody>
      </p:sp>
      <p:sp>
        <p:nvSpPr>
          <p:cNvPr id="9"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16pt Intel Clear Subhead, Date, Etc.</a:t>
            </a:r>
          </a:p>
        </p:txBody>
      </p:sp>
      <p:pic>
        <p:nvPicPr>
          <p:cNvPr id="10" name="Picture 9" descr="int_experience_hrz_wht_rgb_1500.png"/>
          <p:cNvPicPr>
            <a:picLocks noChangeAspect="1"/>
          </p:cNvPicPr>
          <p:nvPr userDrawn="1"/>
        </p:nvPicPr>
        <p:blipFill>
          <a:blip r:embed="rId3" cstate="print">
            <a:alphaModFix/>
            <a:extLst>
              <a:ext uri="{28A0092B-C50C-407E-A947-70E740481C1C}">
                <a14:useLocalDpi xmlns:a14="http://schemas.microsoft.com/office/drawing/2010/main" val="0"/>
              </a:ext>
            </a:extLst>
          </a:blip>
          <a:stretch>
            <a:fillRect/>
          </a:stretch>
        </p:blipFill>
        <p:spPr>
          <a:xfrm>
            <a:off x="614258" y="518971"/>
            <a:ext cx="2829021" cy="1183045"/>
          </a:xfrm>
          <a:prstGeom prst="rect">
            <a:avLst/>
          </a:prstGeom>
        </p:spPr>
      </p:pic>
    </p:spTree>
    <p:extLst>
      <p:ext uri="{BB962C8B-B14F-4D97-AF65-F5344CB8AC3E}">
        <p14:creationId xmlns:p14="http://schemas.microsoft.com/office/powerpoint/2010/main" val="14559957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12192000" cy="6358467"/>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pic>
        <p:nvPicPr>
          <p:cNvPr id="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602397" y="510892"/>
            <a:ext cx="1664065" cy="1106467"/>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Title 1"/>
          <p:cNvSpPr>
            <a:spLocks noGrp="1"/>
          </p:cNvSpPr>
          <p:nvPr>
            <p:ph type="ctrTitle" hasCustomPrompt="1"/>
          </p:nvPr>
        </p:nvSpPr>
        <p:spPr>
          <a:xfrm>
            <a:off x="592916" y="3305897"/>
            <a:ext cx="10950515" cy="1470025"/>
          </a:xfrm>
        </p:spPr>
        <p:txBody>
          <a:bodyPr lIns="0" rIns="0" anchor="b" anchorCtr="0">
            <a:noAutofit/>
          </a:bodyPr>
          <a:lstStyle>
            <a:lvl1pPr>
              <a:lnSpc>
                <a:spcPct val="80000"/>
              </a:lnSpc>
              <a:defRPr sz="8666" b="0" spc="0" baseline="0">
                <a:solidFill>
                  <a:schemeClr val="bg1"/>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image</a:t>
            </a:r>
          </a:p>
        </p:txBody>
      </p:sp>
      <p:sp>
        <p:nvSpPr>
          <p:cNvPr id="14"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16pt Intel Clear Subhead, Date, Etc.</a:t>
            </a:r>
          </a:p>
        </p:txBody>
      </p:sp>
    </p:spTree>
    <p:extLst>
      <p:ext uri="{BB962C8B-B14F-4D97-AF65-F5344CB8AC3E}">
        <p14:creationId xmlns:p14="http://schemas.microsoft.com/office/powerpoint/2010/main" val="312876358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dirty="0">
              <a:solidFill>
                <a:prstClr val="white"/>
              </a:solidFill>
            </a:endParaRPr>
          </a:p>
        </p:txBody>
      </p:sp>
      <p:sp>
        <p:nvSpPr>
          <p:cNvPr id="6" name="Slide Number Placeholder 5"/>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
        <p:nvSpPr>
          <p:cNvPr id="9" name="Content Placeholder 8"/>
          <p:cNvSpPr>
            <a:spLocks noGrp="1"/>
          </p:cNvSpPr>
          <p:nvPr>
            <p:ph sz="quarter" idx="13" hasCustomPrompt="1"/>
          </p:nvPr>
        </p:nvSpPr>
        <p:spPr>
          <a:xfrm>
            <a:off x="607484" y="1604434"/>
            <a:ext cx="10970683" cy="4567767"/>
          </a:xfrm>
        </p:spPr>
        <p:txBody>
          <a:bodyPr/>
          <a:lstStyle>
            <a:lvl1pPr>
              <a:defRPr>
                <a:solidFill>
                  <a:srgbClr val="0071C5"/>
                </a:solidFill>
              </a:defRPr>
            </a:lvl1pPr>
            <a:lvl2pPr>
              <a:defRPr sz="2400"/>
            </a:lvl2pPr>
            <a:lvl3pPr>
              <a:defRPr sz="2400"/>
            </a:lvl3pPr>
            <a:lvl4pPr>
              <a:defRPr sz="2133"/>
            </a:lvl4pPr>
          </a:lstStyle>
          <a:p>
            <a:pPr lvl="0"/>
            <a:r>
              <a:rPr lang="en-US" dirty="0"/>
              <a:t>18pt Intel Clear body text</a:t>
            </a:r>
          </a:p>
          <a:p>
            <a:pPr lvl="1"/>
            <a:r>
              <a:rPr lang="en-US" dirty="0"/>
              <a:t>18pt Intel Clear bullet one</a:t>
            </a:r>
          </a:p>
          <a:p>
            <a:pPr lvl="2"/>
            <a:r>
              <a:rPr lang="en-US" dirty="0"/>
              <a:t>18pt Intel Clear sub-bullet</a:t>
            </a:r>
          </a:p>
          <a:p>
            <a:pPr lvl="3"/>
            <a:r>
              <a:rPr lang="en-US" dirty="0"/>
              <a:t>16pt Intel Clear fourth level</a:t>
            </a:r>
          </a:p>
          <a:p>
            <a:pPr lvl="4"/>
            <a:r>
              <a:rPr lang="en-US" dirty="0" err="1"/>
              <a:t>14pt</a:t>
            </a:r>
            <a:r>
              <a:rPr lang="en-US" dirty="0"/>
              <a:t> Intel Clear fifth level</a:t>
            </a:r>
          </a:p>
        </p:txBody>
      </p:sp>
    </p:spTree>
    <p:extLst>
      <p:ext uri="{BB962C8B-B14F-4D97-AF65-F5344CB8AC3E}">
        <p14:creationId xmlns:p14="http://schemas.microsoft.com/office/powerpoint/2010/main" val="162043183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solidFill>
                <a:prstClr val="white"/>
              </a:solidFill>
            </a:endParaRPr>
          </a:p>
        </p:txBody>
      </p:sp>
      <p:sp>
        <p:nvSpPr>
          <p:cNvPr id="7" name="Slide Number Placeholder 6"/>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5" name="Content Placeholder 2"/>
          <p:cNvSpPr>
            <a:spLocks noGrp="1"/>
          </p:cNvSpPr>
          <p:nvPr>
            <p:ph sz="half" idx="1" hasCustomPrompt="1"/>
          </p:nvPr>
        </p:nvSpPr>
        <p:spPr>
          <a:xfrm>
            <a:off x="607485" y="1604433"/>
            <a:ext cx="5342468"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8"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
        <p:nvSpPr>
          <p:cNvPr id="9" name="Picture Placeholder 8"/>
          <p:cNvSpPr>
            <a:spLocks noGrp="1"/>
          </p:cNvSpPr>
          <p:nvPr>
            <p:ph type="pic" sz="quarter" idx="13"/>
          </p:nvPr>
        </p:nvSpPr>
        <p:spPr>
          <a:xfrm>
            <a:off x="6441018" y="1257907"/>
            <a:ext cx="4241497" cy="2227933"/>
          </a:xfrm>
          <a:solidFill>
            <a:schemeClr val="bg2">
              <a:lumMod val="60000"/>
              <a:lumOff val="40000"/>
            </a:schemeClr>
          </a:solidFill>
        </p:spPr>
        <p:txBody>
          <a:bodyPr/>
          <a:lstStyle>
            <a:lvl1pPr>
              <a:defRPr sz="2400">
                <a:latin typeface="Intel Clear"/>
              </a:defRPr>
            </a:lvl1pPr>
          </a:lstStyle>
          <a:p>
            <a:endParaRPr lang="en-US" sz="1467" dirty="0">
              <a:latin typeface="Arial"/>
            </a:endParaRPr>
          </a:p>
        </p:txBody>
      </p:sp>
      <p:sp>
        <p:nvSpPr>
          <p:cNvPr id="10" name="Picture Placeholder 8"/>
          <p:cNvSpPr>
            <a:spLocks noGrp="1"/>
          </p:cNvSpPr>
          <p:nvPr>
            <p:ph type="pic" sz="quarter" idx="14"/>
          </p:nvPr>
        </p:nvSpPr>
        <p:spPr>
          <a:xfrm>
            <a:off x="6441018" y="3791863"/>
            <a:ext cx="4241497" cy="2227933"/>
          </a:xfrm>
          <a:solidFill>
            <a:schemeClr val="bg2">
              <a:lumMod val="60000"/>
              <a:lumOff val="40000"/>
            </a:schemeClr>
          </a:solidFill>
        </p:spPr>
        <p:txBody>
          <a:bodyPr/>
          <a:lstStyle>
            <a:lvl1pPr>
              <a:defRPr sz="2400">
                <a:latin typeface="Intel Clear"/>
              </a:defRPr>
            </a:lvl1pPr>
          </a:lstStyle>
          <a:p>
            <a:endParaRPr lang="en-US" sz="1467" dirty="0">
              <a:latin typeface="Arial"/>
            </a:endParaRPr>
          </a:p>
        </p:txBody>
      </p:sp>
    </p:spTree>
    <p:extLst>
      <p:ext uri="{BB962C8B-B14F-4D97-AF65-F5344CB8AC3E}">
        <p14:creationId xmlns:p14="http://schemas.microsoft.com/office/powerpoint/2010/main" val="362030988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solidFill>
                <a:prstClr val="white"/>
              </a:solidFill>
            </a:endParaRPr>
          </a:p>
        </p:txBody>
      </p:sp>
      <p:sp>
        <p:nvSpPr>
          <p:cNvPr id="7" name="Slide Number Placeholder 6"/>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5" name="Content Placeholder 2"/>
          <p:cNvSpPr>
            <a:spLocks noGrp="1"/>
          </p:cNvSpPr>
          <p:nvPr>
            <p:ph sz="half" idx="1" hasCustomPrompt="1"/>
          </p:nvPr>
        </p:nvSpPr>
        <p:spPr>
          <a:xfrm>
            <a:off x="607485" y="1604433"/>
            <a:ext cx="5342468"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16" name="Content Placeholder 2"/>
          <p:cNvSpPr>
            <a:spLocks noGrp="1"/>
          </p:cNvSpPr>
          <p:nvPr>
            <p:ph sz="half" idx="13" hasCustomPrompt="1"/>
          </p:nvPr>
        </p:nvSpPr>
        <p:spPr>
          <a:xfrm>
            <a:off x="6237817" y="1604433"/>
            <a:ext cx="5340352"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8"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205718196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7485" y="1604434"/>
            <a:ext cx="10970684" cy="4567767"/>
          </a:xfrm>
        </p:spPr>
        <p:txBody>
          <a:bodyPr anchor="ctr" anchorCtr="0"/>
          <a:lstStyle>
            <a:lvl1pPr marL="253994" indent="-253994">
              <a:defRPr sz="4800" b="1" baseline="0">
                <a:solidFill>
                  <a:schemeClr val="accent2"/>
                </a:solidFill>
                <a:latin typeface="+mn-lt"/>
                <a:cs typeface="Intel Clear"/>
              </a:defRPr>
            </a:lvl1pPr>
            <a:lvl2pPr marL="556670" indent="-300559">
              <a:buFont typeface="Intel Clear" pitchFamily="34" charset="0"/>
              <a:buChar char="–"/>
              <a:defRPr sz="1600" baseline="0">
                <a:latin typeface="+mn-lt"/>
                <a:cs typeface="Intel Clear" panose="020B0604020203020204" pitchFamily="34" charset="0"/>
              </a:defRPr>
            </a:lvl2pPr>
            <a:lvl3pPr marL="914377" indent="-304792">
              <a:buFont typeface="Intel Clear" pitchFamily="34" charset="0"/>
              <a:buChar char="–"/>
              <a:defRPr sz="1600">
                <a:latin typeface="+mn-lt"/>
              </a:defRPr>
            </a:lvl3pPr>
            <a:lvl4pPr>
              <a:buFont typeface="Intel Clear" pitchFamily="34" charset="0"/>
              <a:buChar char="–"/>
              <a:defRPr sz="1467">
                <a:latin typeface="+mn-lt"/>
              </a:defRPr>
            </a:lvl4pPr>
            <a:lvl5pPr>
              <a:buFont typeface="Intel Clear" pitchFamily="34" charset="0"/>
              <a:buChar char="–"/>
              <a:defRPr sz="1400">
                <a:latin typeface="+mn-lt"/>
              </a:defRPr>
            </a:lvl5pPr>
          </a:lstStyle>
          <a:p>
            <a:pPr lvl="0"/>
            <a:r>
              <a:rPr lang="en-US" dirty="0"/>
              <a:t>“36pt Intel Clear Bold Text”</a:t>
            </a:r>
          </a:p>
          <a:p>
            <a:pPr lvl="1"/>
            <a:r>
              <a:rPr lang="en-US" dirty="0" err="1"/>
              <a:t>12pt</a:t>
            </a:r>
            <a:r>
              <a:rPr lang="en-US" dirty="0"/>
              <a:t> Attribution</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solidFill>
                <a:prstClr val="white"/>
              </a:solidFill>
            </a:endParaRPr>
          </a:p>
        </p:txBody>
      </p:sp>
      <p:sp>
        <p:nvSpPr>
          <p:cNvPr id="6" name="Slide Number Placeholder 5"/>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144449052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12192000" cy="6358467"/>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sp>
        <p:nvSpPr>
          <p:cNvPr id="6" name="Slide Number Placeholder 5"/>
          <p:cNvSpPr>
            <a:spLocks noGrp="1"/>
          </p:cNvSpPr>
          <p:nvPr>
            <p:ph type="sldNum" sz="quarter" idx="12"/>
          </p:nvPr>
        </p:nvSpPr>
        <p:spPr>
          <a:xfrm>
            <a:off x="9163136" y="6432516"/>
            <a:ext cx="2844800" cy="365125"/>
          </a:xfrm>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4" name="Footer Placeholder 2"/>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337860872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3432175"/>
            <a:ext cx="12192000" cy="2926292"/>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sp>
        <p:nvSpPr>
          <p:cNvPr id="14" name="Footer Placeholder 2"/>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6" name="Slide Number Placeholder 5"/>
          <p:cNvSpPr>
            <a:spLocks noGrp="1"/>
          </p:cNvSpPr>
          <p:nvPr>
            <p:ph type="sldNum" sz="quarter" idx="12"/>
          </p:nvPr>
        </p:nvSpPr>
        <p:spPr>
          <a:xfrm>
            <a:off x="9163136" y="6432516"/>
            <a:ext cx="2844800" cy="365125"/>
          </a:xfrm>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8" name="Content Placeholder 2"/>
          <p:cNvSpPr>
            <a:spLocks noGrp="1"/>
          </p:cNvSpPr>
          <p:nvPr>
            <p:ph sz="half" idx="1" hasCustomPrompt="1"/>
          </p:nvPr>
        </p:nvSpPr>
        <p:spPr>
          <a:xfrm>
            <a:off x="607485" y="1604433"/>
            <a:ext cx="5342468" cy="1745720"/>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19" name="Content Placeholder 2"/>
          <p:cNvSpPr>
            <a:spLocks noGrp="1"/>
          </p:cNvSpPr>
          <p:nvPr>
            <p:ph sz="half" idx="15" hasCustomPrompt="1"/>
          </p:nvPr>
        </p:nvSpPr>
        <p:spPr>
          <a:xfrm>
            <a:off x="6237817" y="1604433"/>
            <a:ext cx="5340352" cy="1745720"/>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3" name="TextBox 2"/>
          <p:cNvSpPr txBox="1"/>
          <p:nvPr userDrawn="1"/>
        </p:nvSpPr>
        <p:spPr>
          <a:xfrm>
            <a:off x="1345983" y="6634394"/>
            <a:ext cx="184731" cy="297454"/>
          </a:xfrm>
          <a:prstGeom prst="rect">
            <a:avLst/>
          </a:prstGeom>
          <a:noFill/>
        </p:spPr>
        <p:txBody>
          <a:bodyPr wrap="none" rtlCol="0">
            <a:spAutoFit/>
          </a:bodyPr>
          <a:lstStyle/>
          <a:p>
            <a:pPr defTabSz="609585"/>
            <a:endParaRPr lang="en-US" sz="1333" dirty="0">
              <a:solidFill>
                <a:srgbClr val="003C71"/>
              </a:solidFill>
              <a:cs typeface="Intel Clear"/>
            </a:endParaRPr>
          </a:p>
        </p:txBody>
      </p:sp>
      <p:sp>
        <p:nvSpPr>
          <p:cNvPr id="10"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296277487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237818" y="2"/>
            <a:ext cx="5954183" cy="6358465"/>
          </a:xfrm>
          <a:solidFill>
            <a:schemeClr val="bg2">
              <a:lumMod val="60000"/>
              <a:lumOff val="40000"/>
            </a:schemeClr>
          </a:solidFill>
        </p:spPr>
        <p:txBody>
          <a:bodyPr/>
          <a:lstStyle>
            <a:lvl1pPr>
              <a:defRPr baseline="0"/>
            </a:lvl1pPr>
          </a:lstStyle>
          <a:p>
            <a:r>
              <a:rPr lang="en-US" dirty="0"/>
              <a:t>Insert photo here. Drag picture to placeholder or click icon to add.</a:t>
            </a:r>
          </a:p>
        </p:txBody>
      </p:sp>
      <p:sp>
        <p:nvSpPr>
          <p:cNvPr id="2" name="Title 1"/>
          <p:cNvSpPr>
            <a:spLocks noGrp="1"/>
          </p:cNvSpPr>
          <p:nvPr>
            <p:ph type="title" hasCustomPrompt="1"/>
          </p:nvPr>
        </p:nvSpPr>
        <p:spPr>
          <a:xfrm>
            <a:off x="607484" y="411797"/>
            <a:ext cx="5342467" cy="1158240"/>
          </a:xfrm>
        </p:spPr>
        <p:txBody>
          <a:bodyPr>
            <a:noAutofit/>
          </a:bodyPr>
          <a:lstStyle>
            <a:lvl1pPr>
              <a:defRPr sz="3733" b="0" i="0" baseline="0">
                <a:latin typeface="Intel Clear"/>
                <a:cs typeface="Intel Clear"/>
              </a:defRPr>
            </a:lvl1pPr>
          </a:lstStyle>
          <a:p>
            <a:r>
              <a:rPr lang="en-US" dirty="0"/>
              <a:t>28pt Intel Clear Headline</a:t>
            </a:r>
          </a:p>
        </p:txBody>
      </p:sp>
      <p:sp>
        <p:nvSpPr>
          <p:cNvPr id="14" name="Footer Placeholder 2"/>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6" name="Slide Number Placeholder 5"/>
          <p:cNvSpPr>
            <a:spLocks noGrp="1"/>
          </p:cNvSpPr>
          <p:nvPr>
            <p:ph type="sldNum" sz="quarter" idx="12"/>
          </p:nvPr>
        </p:nvSpPr>
        <p:spPr>
          <a:xfrm>
            <a:off x="9163136" y="6432516"/>
            <a:ext cx="2844800" cy="365125"/>
          </a:xfrm>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17" name="Content Placeholder 2"/>
          <p:cNvSpPr>
            <a:spLocks noGrp="1"/>
          </p:cNvSpPr>
          <p:nvPr>
            <p:ph sz="half" idx="1" hasCustomPrompt="1"/>
          </p:nvPr>
        </p:nvSpPr>
        <p:spPr>
          <a:xfrm>
            <a:off x="607485" y="1766992"/>
            <a:ext cx="5342467" cy="4567767"/>
          </a:xfrm>
        </p:spPr>
        <p:txBody>
          <a:bodyPr vert="horz" lIns="0" tIns="0" rIns="0" bIns="0" rtlCol="0">
            <a:noAutofit/>
          </a:bodyPr>
          <a:lstStyle>
            <a:lvl1pPr>
              <a:defRPr lang="en-US" dirty="0" smtClean="0"/>
            </a:lvl1pPr>
            <a:lvl2pPr>
              <a:defRPr lang="en-US" dirty="0" smtClean="0"/>
            </a:lvl2pPr>
            <a:lvl3pPr>
              <a:defRPr lang="en-US" sz="1867" dirty="0" smtClean="0"/>
            </a:lvl3pPr>
            <a:lvl4pPr>
              <a:defRPr lang="en-US" sz="1600" dirty="0" smtClean="0"/>
            </a:lvl4pPr>
            <a:lvl5pPr>
              <a:defRPr lang="en-US" sz="1600" dirty="0"/>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Tree>
    <p:extLst>
      <p:ext uri="{BB962C8B-B14F-4D97-AF65-F5344CB8AC3E}">
        <p14:creationId xmlns:p14="http://schemas.microsoft.com/office/powerpoint/2010/main" val="321726775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484" y="2810749"/>
            <a:ext cx="10363200" cy="1362075"/>
          </a:xfrm>
        </p:spPr>
        <p:txBody>
          <a:bodyPr anchor="b" anchorCtr="0">
            <a:noAutofit/>
          </a:bodyPr>
          <a:lstStyle>
            <a:lvl1pPr algn="l">
              <a:lnSpc>
                <a:spcPct val="80000"/>
              </a:lnSpc>
              <a:defRPr sz="72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a:t>54pt Intel Clear Pro</a:t>
            </a:r>
            <a:br>
              <a:rPr lang="en-US" dirty="0"/>
            </a:br>
            <a:r>
              <a:rPr lang="en-US" dirty="0"/>
              <a:t>white section break</a:t>
            </a:r>
          </a:p>
        </p:txBody>
      </p:sp>
      <p:sp>
        <p:nvSpPr>
          <p:cNvPr id="3" name="Text Placeholder 2"/>
          <p:cNvSpPr>
            <a:spLocks noGrp="1"/>
          </p:cNvSpPr>
          <p:nvPr>
            <p:ph type="body" idx="1" hasCustomPrompt="1"/>
          </p:nvPr>
        </p:nvSpPr>
        <p:spPr>
          <a:xfrm>
            <a:off x="607484" y="4321533"/>
            <a:ext cx="10363200" cy="1500187"/>
          </a:xfrm>
        </p:spPr>
        <p:txBody>
          <a:bodyPr anchor="t" anchorCtr="0">
            <a:noAutofit/>
          </a:bodyPr>
          <a:lstStyle>
            <a:lvl1pPr marL="0" indent="0">
              <a:buNone/>
              <a:defRPr sz="2133" b="0" baseline="0">
                <a:solidFill>
                  <a:schemeClr val="accent2"/>
                </a:solidFill>
                <a:latin typeface="+mn-lt"/>
                <a:cs typeface="Intel Clear" panose="020B060402020302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16pt Intel Clear Subhead</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43868606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userDrawn="1">
            <p:ph type="title" hasCustomPrompt="1"/>
          </p:nvPr>
        </p:nvSpPr>
        <p:spPr>
          <a:xfrm>
            <a:off x="607484" y="2810749"/>
            <a:ext cx="10363200" cy="1362075"/>
          </a:xfrm>
        </p:spPr>
        <p:txBody>
          <a:bodyPr anchor="b" anchorCtr="0">
            <a:noAutofit/>
          </a:bodyPr>
          <a:lstStyle>
            <a:lvl1pPr algn="l">
              <a:lnSpc>
                <a:spcPct val="80000"/>
              </a:lnSpc>
              <a:defRPr sz="72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a:t>54pt Intel Clear Pro</a:t>
            </a:r>
            <a:br>
              <a:rPr lang="en-US" dirty="0"/>
            </a:br>
            <a:r>
              <a:rPr lang="en-US" dirty="0"/>
              <a:t>blue section break</a:t>
            </a:r>
          </a:p>
        </p:txBody>
      </p:sp>
      <p:sp>
        <p:nvSpPr>
          <p:cNvPr id="3" name="Text Placeholder 2"/>
          <p:cNvSpPr>
            <a:spLocks noGrp="1"/>
          </p:cNvSpPr>
          <p:nvPr userDrawn="1">
            <p:ph type="body" idx="1" hasCustomPrompt="1"/>
          </p:nvPr>
        </p:nvSpPr>
        <p:spPr>
          <a:xfrm>
            <a:off x="607484" y="4321533"/>
            <a:ext cx="10363200" cy="1500187"/>
          </a:xfrm>
        </p:spPr>
        <p:txBody>
          <a:bodyPr anchor="t" anchorCtr="0">
            <a:noAutofit/>
          </a:bodyPr>
          <a:lstStyle>
            <a:lvl1pPr marL="0" indent="0">
              <a:buNone/>
              <a:defRPr sz="2133" b="0" i="0" baseline="0">
                <a:solidFill>
                  <a:srgbClr val="F3D54E"/>
                </a:solidFill>
                <a:latin typeface="Intel Clear"/>
                <a:cs typeface="Intel Clear"/>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16pt Intel Clear Subhead</a:t>
            </a:r>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2744" y="6276197"/>
            <a:ext cx="1393965" cy="474801"/>
          </a:xfrm>
          <a:prstGeom prst="rect">
            <a:avLst/>
          </a:prstGeom>
        </p:spPr>
      </p:pic>
    </p:spTree>
    <p:extLst>
      <p:ext uri="{BB962C8B-B14F-4D97-AF65-F5344CB8AC3E}">
        <p14:creationId xmlns:p14="http://schemas.microsoft.com/office/powerpoint/2010/main" val="19162788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07484" y="2979843"/>
            <a:ext cx="10363200" cy="1500187"/>
          </a:xfrm>
        </p:spPr>
        <p:txBody>
          <a:bodyPr anchor="t" anchorCtr="0">
            <a:noAutofit/>
          </a:bodyPr>
          <a:lstStyle>
            <a:lvl1pPr marL="0" indent="0">
              <a:buNone/>
              <a:defRPr sz="5333" b="0" baseline="0">
                <a:solidFill>
                  <a:schemeClr val="accent2"/>
                </a:solidFill>
                <a:latin typeface="Intel Clear"/>
                <a:ea typeface="Intel Clear"/>
                <a:cs typeface="Intel Clear"/>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40pt Intel Clear Light Body.</a:t>
            </a:r>
            <a:br>
              <a:rPr lang="en-US" dirty="0"/>
            </a:br>
            <a:r>
              <a:rPr lang="en-US" dirty="0"/>
              <a:t>For content that is not a section, but has a big idea in text only.</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solidFill>
                  <a:prstClr val="white"/>
                </a:solidFill>
              </a:rPr>
              <a:pPr/>
              <a:t>‹#›</a:t>
            </a:fld>
            <a:endParaRPr lang="en-US" dirty="0">
              <a:solidFill>
                <a:prstClr val="white"/>
              </a:solidFill>
            </a:endParaRPr>
          </a:p>
        </p:txBody>
      </p:sp>
      <p:sp>
        <p:nvSpPr>
          <p:cNvPr id="7" name="Title 1"/>
          <p:cNvSpPr>
            <a:spLocks noGrp="1"/>
          </p:cNvSpPr>
          <p:nvPr>
            <p:ph type="title" hasCustomPrompt="1"/>
          </p:nvPr>
        </p:nvSpPr>
        <p:spPr>
          <a:xfrm>
            <a:off x="607484" y="1469059"/>
            <a:ext cx="10363200" cy="1362075"/>
          </a:xfrm>
        </p:spPr>
        <p:txBody>
          <a:bodyPr anchor="b" anchorCtr="0">
            <a:noAutofit/>
          </a:bodyPr>
          <a:lstStyle>
            <a:lvl1pPr algn="l">
              <a:lnSpc>
                <a:spcPct val="80000"/>
              </a:lnSpc>
              <a:defRPr sz="5333"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40pt Intel Clear Heading</a:t>
            </a:r>
          </a:p>
        </p:txBody>
      </p:sp>
    </p:spTree>
    <p:extLst>
      <p:ext uri="{BB962C8B-B14F-4D97-AF65-F5344CB8AC3E}">
        <p14:creationId xmlns:p14="http://schemas.microsoft.com/office/powerpoint/2010/main" val="265068765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484" y="3013451"/>
            <a:ext cx="10363200" cy="1362075"/>
          </a:xfrm>
        </p:spPr>
        <p:txBody>
          <a:bodyPr anchor="b" anchorCtr="0">
            <a:noAutofit/>
          </a:bodyPr>
          <a:lstStyle>
            <a:lvl1pPr algn="l">
              <a:lnSpc>
                <a:spcPct val="80000"/>
              </a:lnSpc>
              <a:defRPr sz="72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a:t>54pt Intel Clear Pro blue section</a:t>
            </a:r>
          </a:p>
        </p:txBody>
      </p:sp>
      <p:sp>
        <p:nvSpPr>
          <p:cNvPr id="3" name="Text Placeholder 2"/>
          <p:cNvSpPr>
            <a:spLocks noGrp="1"/>
          </p:cNvSpPr>
          <p:nvPr>
            <p:ph type="body" idx="1" hasCustomPrompt="1"/>
          </p:nvPr>
        </p:nvSpPr>
        <p:spPr>
          <a:xfrm>
            <a:off x="607484" y="4465049"/>
            <a:ext cx="10363200" cy="1500187"/>
          </a:xfrm>
        </p:spPr>
        <p:txBody>
          <a:bodyPr anchor="t" anchorCtr="0">
            <a:noAutofit/>
          </a:bodyPr>
          <a:lstStyle>
            <a:lvl1pPr marL="0" indent="0">
              <a:buNone/>
              <a:defRPr sz="2133" b="0" baseline="0">
                <a:solidFill>
                  <a:srgbClr val="F3D54E"/>
                </a:solidFill>
                <a:latin typeface="+mn-lt"/>
                <a:cs typeface="Intel Clear" panose="020B060402020302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16pt Intel Clear Subhead</a:t>
            </a:r>
          </a:p>
        </p:txBody>
      </p:sp>
      <p:sp>
        <p:nvSpPr>
          <p:cNvPr id="5" name="Picture Placeholder 4"/>
          <p:cNvSpPr>
            <a:spLocks noGrp="1"/>
          </p:cNvSpPr>
          <p:nvPr>
            <p:ph type="pic" sz="quarter" idx="13" hasCustomPrompt="1"/>
          </p:nvPr>
        </p:nvSpPr>
        <p:spPr>
          <a:xfrm>
            <a:off x="0" y="2"/>
            <a:ext cx="12192000" cy="3432175"/>
          </a:xfrm>
          <a:solidFill>
            <a:schemeClr val="bg2">
              <a:lumMod val="60000"/>
              <a:lumOff val="40000"/>
            </a:schemeClr>
          </a:solidFill>
        </p:spPr>
        <p:txBody>
          <a:bodyPr/>
          <a:lstStyle>
            <a:lvl1pPr>
              <a:defRPr baseline="0">
                <a:solidFill>
                  <a:srgbClr val="0071C5"/>
                </a:solidFill>
              </a:defRPr>
            </a:lvl1pPr>
          </a:lstStyle>
          <a:p>
            <a:r>
              <a:rPr lang="en-US" dirty="0"/>
              <a:t>Insert photo here. Drag picture to placeholder or click icon to add.</a:t>
            </a:r>
          </a:p>
        </p:txBody>
      </p:sp>
    </p:spTree>
    <p:extLst>
      <p:ext uri="{BB962C8B-B14F-4D97-AF65-F5344CB8AC3E}">
        <p14:creationId xmlns:p14="http://schemas.microsoft.com/office/powerpoint/2010/main" val="219483658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165600" y="6432516"/>
            <a:ext cx="3860800" cy="365125"/>
          </a:xfrm>
        </p:spPr>
        <p:txBody>
          <a:bodyPr/>
          <a:lstStyle/>
          <a:p>
            <a:endParaRPr lang="en-US" dirty="0">
              <a:solidFill>
                <a:prstClr val="white"/>
              </a:solidFill>
            </a:endParaRPr>
          </a:p>
        </p:txBody>
      </p:sp>
      <p:sp>
        <p:nvSpPr>
          <p:cNvPr id="5" name="Slide Number Placeholder 4"/>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
        <p:nvSpPr>
          <p:cNvPr id="6"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Tree>
    <p:extLst>
      <p:ext uri="{BB962C8B-B14F-4D97-AF65-F5344CB8AC3E}">
        <p14:creationId xmlns:p14="http://schemas.microsoft.com/office/powerpoint/2010/main" val="323401308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dirty="0">
              <a:solidFill>
                <a:prstClr val="white"/>
              </a:solidFill>
            </a:endParaRPr>
          </a:p>
        </p:txBody>
      </p:sp>
      <p:sp>
        <p:nvSpPr>
          <p:cNvPr id="4" name="Slide Number Placeholder 3"/>
          <p:cNvSpPr>
            <a:spLocks noGrp="1"/>
          </p:cNvSpPr>
          <p:nvPr>
            <p:ph type="sldNum" sz="quarter" idx="12"/>
          </p:nvPr>
        </p:nvSpPr>
        <p:spPr/>
        <p:txBody>
          <a:bodyPr/>
          <a:lstStyle/>
          <a:p>
            <a:fld id="{EE2556C5-CE8C-6547-B838-EA80C61A4AF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40450912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2" descr="\\.psf\Home\Desktop\Intel.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636577" y="2500173"/>
            <a:ext cx="2811727" cy="185318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61292541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type="blank" preserve="1">
  <p:cSld name="1_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int_experience_wht_rgb_3000.png"/>
          <p:cNvPicPr>
            <a:picLocks noChangeAspect="1"/>
          </p:cNvPicPr>
          <p:nvPr userDrawn="1"/>
        </p:nvPicPr>
        <p:blipFill>
          <a:blip r:embed="rId3" cstate="print">
            <a:alphaModFix/>
            <a:extLst>
              <a:ext uri="{28A0092B-C50C-407E-A947-70E740481C1C}">
                <a14:useLocalDpi xmlns:a14="http://schemas.microsoft.com/office/drawing/2010/main" val="0"/>
              </a:ext>
            </a:extLst>
          </a:blip>
          <a:stretch>
            <a:fillRect/>
          </a:stretch>
        </p:blipFill>
        <p:spPr>
          <a:xfrm>
            <a:off x="4653643" y="2257769"/>
            <a:ext cx="2780507" cy="2818505"/>
          </a:xfrm>
          <a:prstGeom prst="rect">
            <a:avLst/>
          </a:prstGeom>
        </p:spPr>
      </p:pic>
    </p:spTree>
    <p:extLst>
      <p:ext uri="{BB962C8B-B14F-4D97-AF65-F5344CB8AC3E}">
        <p14:creationId xmlns:p14="http://schemas.microsoft.com/office/powerpoint/2010/main" val="328178706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1"/>
            <a:ext cx="2743200" cy="365125"/>
          </a:xfrm>
          <a:prstGeom prst="rect">
            <a:avLst/>
          </a:prstGeom>
        </p:spPr>
        <p:txBody>
          <a:bodyPr/>
          <a:lstStyle/>
          <a:p>
            <a:pPr defTabSz="609585"/>
            <a:fld id="{B222DE98-71C2-4F21-A468-BC1BD45B41D6}" type="datetimeFigureOut">
              <a:rPr lang="en-US" smtClean="0">
                <a:solidFill>
                  <a:prstClr val="black"/>
                </a:solidFill>
              </a:rPr>
              <a:pPr defTabSz="609585"/>
              <a:t>12/13/2022</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white"/>
              </a:solidFill>
            </a:endParaRPr>
          </a:p>
        </p:txBody>
      </p:sp>
      <p:sp>
        <p:nvSpPr>
          <p:cNvPr id="6" name="Slide Number Placeholder 5"/>
          <p:cNvSpPr>
            <a:spLocks noGrp="1"/>
          </p:cNvSpPr>
          <p:nvPr>
            <p:ph type="sldNum" sz="quarter" idx="12"/>
          </p:nvPr>
        </p:nvSpPr>
        <p:spPr/>
        <p:txBody>
          <a:bodyPr/>
          <a:lstStyle/>
          <a:p>
            <a:fld id="{32A9F4F0-1C82-471D-B0A2-953E8EFA9DDC}"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3335327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21" Type="http://schemas.openxmlformats.org/officeDocument/2006/relationships/slideLayout" Target="../slideLayouts/slideLayout40.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slideLayout" Target="../slideLayouts/slideLayout39.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24" Type="http://schemas.openxmlformats.org/officeDocument/2006/relationships/image" Target="../media/image9.png"/><Relationship Id="rId5" Type="http://schemas.openxmlformats.org/officeDocument/2006/relationships/slideLayout" Target="../slideLayouts/slideLayout24.xml"/><Relationship Id="rId15" Type="http://schemas.openxmlformats.org/officeDocument/2006/relationships/slideLayout" Target="../slideLayouts/slideLayout34.xml"/><Relationship Id="rId23" Type="http://schemas.openxmlformats.org/officeDocument/2006/relationships/image" Target="../media/image1.png"/><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3" Type="http://schemas.openxmlformats.org/officeDocument/2006/relationships/slideLayout" Target="../slideLayouts/slideLayout43.xml"/><Relationship Id="rId21" Type="http://schemas.openxmlformats.org/officeDocument/2006/relationships/image" Target="../media/image1.png"/><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theme" Target="../theme/theme3.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3" Type="http://schemas.openxmlformats.org/officeDocument/2006/relationships/slideLayout" Target="../slideLayouts/slideLayout62.xml"/><Relationship Id="rId21" Type="http://schemas.openxmlformats.org/officeDocument/2006/relationships/image" Target="../media/image1.png"/><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theme" Target="../theme/theme4.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slideLayout" Target="../slideLayouts/slideLayout91.xml"/><Relationship Id="rId18" Type="http://schemas.openxmlformats.org/officeDocument/2006/relationships/slideLayout" Target="../slideLayouts/slideLayout96.xml"/><Relationship Id="rId3" Type="http://schemas.openxmlformats.org/officeDocument/2006/relationships/slideLayout" Target="../slideLayouts/slideLayout81.xml"/><Relationship Id="rId21" Type="http://schemas.openxmlformats.org/officeDocument/2006/relationships/image" Target="../media/image1.png"/><Relationship Id="rId7" Type="http://schemas.openxmlformats.org/officeDocument/2006/relationships/slideLayout" Target="../slideLayouts/slideLayout85.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 Type="http://schemas.openxmlformats.org/officeDocument/2006/relationships/slideLayout" Target="../slideLayouts/slideLayout80.xml"/><Relationship Id="rId16" Type="http://schemas.openxmlformats.org/officeDocument/2006/relationships/slideLayout" Target="../slideLayouts/slideLayout94.xml"/><Relationship Id="rId20" Type="http://schemas.openxmlformats.org/officeDocument/2006/relationships/theme" Target="../theme/theme5.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5" Type="http://schemas.openxmlformats.org/officeDocument/2006/relationships/slideLayout" Target="../slideLayouts/slideLayout93.xml"/><Relationship Id="rId10" Type="http://schemas.openxmlformats.org/officeDocument/2006/relationships/slideLayout" Target="../slideLayouts/slideLayout88.xml"/><Relationship Id="rId19" Type="http://schemas.openxmlformats.org/officeDocument/2006/relationships/slideLayout" Target="../slideLayouts/slideLayout97.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2116" y="6345936"/>
            <a:ext cx="12192000"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pic>
        <p:nvPicPr>
          <p:cNvPr id="11" name="Picture 2" descr="\\.psf\Home\Desktop\Intel.png"/>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10986554" y="6440786"/>
            <a:ext cx="485781" cy="320175"/>
          </a:xfrm>
          <a:prstGeom prst="rect">
            <a:avLst/>
          </a:prstGeom>
          <a:noFill/>
          <a:extLst>
            <a:ext uri="{909E8E84-426E-40dd-AFC4-6F175D3DCCD1}">
              <a14:hiddenFill xmlns:a14="http://schemas.microsoft.com/office/drawing/2010/main" xmlns="">
                <a:solidFill>
                  <a:srgbClr val="FFFFFF"/>
                </a:solidFill>
              </a14:hiddenFill>
            </a:ext>
          </a:extLst>
        </p:spPr>
      </p:pic>
      <p:cxnSp>
        <p:nvCxnSpPr>
          <p:cNvPr id="12" name="Straight Connector 11"/>
          <p:cNvCxnSpPr/>
          <p:nvPr/>
        </p:nvCxnSpPr>
        <p:spPr>
          <a:xfrm>
            <a:off x="11624735" y="6432680"/>
            <a:ext cx="3175" cy="316992"/>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Title Placeholder 1"/>
          <p:cNvSpPr>
            <a:spLocks noGrp="1"/>
          </p:cNvSpPr>
          <p:nvPr>
            <p:ph type="title"/>
          </p:nvPr>
        </p:nvSpPr>
        <p:spPr>
          <a:xfrm>
            <a:off x="607484" y="413507"/>
            <a:ext cx="10972800" cy="1158240"/>
          </a:xfrm>
          <a:prstGeom prst="rect">
            <a:avLst/>
          </a:prstGeom>
        </p:spPr>
        <p:txBody>
          <a:bodyPr vert="horz" lIns="0" tIns="0" rIns="0" bIns="0" rtlCol="0" anchor="t" anchorCtr="0">
            <a:noAutofit/>
          </a:bodyPr>
          <a:lstStyle/>
          <a:p>
            <a:r>
              <a:rPr lang="en-US" dirty="0"/>
              <a:t>28pt Intel Clear Headline</a:t>
            </a:r>
          </a:p>
        </p:txBody>
      </p:sp>
      <p:sp>
        <p:nvSpPr>
          <p:cNvPr id="3" name="Text Placeholder 2"/>
          <p:cNvSpPr>
            <a:spLocks noGrp="1"/>
          </p:cNvSpPr>
          <p:nvPr>
            <p:ph type="body" idx="1"/>
          </p:nvPr>
        </p:nvSpPr>
        <p:spPr>
          <a:xfrm>
            <a:off x="607484" y="1604434"/>
            <a:ext cx="10970683" cy="4567767"/>
          </a:xfrm>
          <a:prstGeom prst="rect">
            <a:avLst/>
          </a:prstGeom>
        </p:spPr>
        <p:txBody>
          <a:bodyPr vert="horz" lIns="0" tIns="0" rIns="0" bIns="0" rtlCol="0">
            <a:noAutofit/>
          </a:bodyPr>
          <a:lstStyle/>
          <a:p>
            <a:pPr lvl="0"/>
            <a:r>
              <a:rPr lang="en-US" dirty="0"/>
              <a:t>18pt Intel Clear body text</a:t>
            </a:r>
          </a:p>
          <a:p>
            <a:pPr lvl="1"/>
            <a:r>
              <a:rPr lang="en-US" dirty="0"/>
              <a:t>16pt Intel Clear bullet one</a:t>
            </a:r>
          </a:p>
          <a:p>
            <a:pPr lvl="2"/>
            <a:r>
              <a:rPr lang="en-US" dirty="0"/>
              <a:t>16pt Intel Clear sub-bullet</a:t>
            </a:r>
          </a:p>
          <a:p>
            <a:pPr lvl="3"/>
            <a:r>
              <a:rPr lang="en-US" dirty="0" err="1"/>
              <a:t>14pt</a:t>
            </a:r>
            <a:r>
              <a:rPr lang="en-US" dirty="0"/>
              <a:t> Intel Clear fourth level</a:t>
            </a:r>
          </a:p>
          <a:p>
            <a:pPr lvl="4"/>
            <a:r>
              <a:rPr lang="en-US" dirty="0" err="1"/>
              <a:t>14pt</a:t>
            </a:r>
            <a:r>
              <a:rPr lang="en-US" dirty="0"/>
              <a:t> Intel Clear fifth level</a:t>
            </a:r>
          </a:p>
        </p:txBody>
      </p:sp>
      <p:sp>
        <p:nvSpPr>
          <p:cNvPr id="5" name="Footer Placeholder 4"/>
          <p:cNvSpPr>
            <a:spLocks noGrp="1"/>
          </p:cNvSpPr>
          <p:nvPr>
            <p:ph type="ftr" sz="quarter" idx="3"/>
          </p:nvPr>
        </p:nvSpPr>
        <p:spPr>
          <a:xfrm>
            <a:off x="4165600" y="6432516"/>
            <a:ext cx="3860800" cy="365125"/>
          </a:xfrm>
          <a:prstGeom prst="rect">
            <a:avLst/>
          </a:prstGeom>
        </p:spPr>
        <p:txBody>
          <a:bodyPr vert="horz" lIns="91440" tIns="45720" rIns="91440" bIns="45720" rtlCol="0" anchor="ctr"/>
          <a:lstStyle>
            <a:lvl1pPr algn="ctr">
              <a:defRPr sz="1067">
                <a:solidFill>
                  <a:schemeClr val="bg1"/>
                </a:solidFill>
                <a:latin typeface="+mn-lt"/>
              </a:defRPr>
            </a:lvl1pPr>
          </a:lstStyle>
          <a:p>
            <a:pPr defTabSz="609585"/>
            <a:endParaRPr lang="en-US" dirty="0">
              <a:solidFill>
                <a:prstClr val="white"/>
              </a:solidFill>
            </a:endParaRPr>
          </a:p>
        </p:txBody>
      </p:sp>
      <p:sp>
        <p:nvSpPr>
          <p:cNvPr id="6" name="Slide Number Placeholder 5"/>
          <p:cNvSpPr>
            <a:spLocks noGrp="1"/>
          </p:cNvSpPr>
          <p:nvPr>
            <p:ph type="sldNum" sz="quarter" idx="4"/>
          </p:nvPr>
        </p:nvSpPr>
        <p:spPr>
          <a:xfrm>
            <a:off x="9163136" y="6432516"/>
            <a:ext cx="2844800" cy="365125"/>
          </a:xfrm>
          <a:prstGeom prst="rect">
            <a:avLst/>
          </a:prstGeom>
        </p:spPr>
        <p:txBody>
          <a:bodyPr vert="horz" lIns="0" tIns="0" rIns="0" bIns="0" rtlCol="0" anchor="ctr"/>
          <a:lstStyle>
            <a:lvl1pPr algn="r">
              <a:defRPr sz="1067">
                <a:solidFill>
                  <a:schemeClr val="bg1"/>
                </a:solidFill>
                <a:latin typeface="+mn-lt"/>
                <a:cs typeface="Intel Clear"/>
              </a:defRPr>
            </a:lvl1pPr>
          </a:lstStyle>
          <a:p>
            <a:pPr defTabSz="609585"/>
            <a:fld id="{EE2556C5-CE8C-6547-B838-EA80C61A4AF7}" type="slidenum">
              <a:rPr lang="en-US" smtClean="0">
                <a:solidFill>
                  <a:prstClr val="white"/>
                </a:solidFill>
              </a:rPr>
              <a:pPr defTabSz="609585"/>
              <a:t>‹#›</a:t>
            </a:fld>
            <a:endParaRPr lang="en-US" dirty="0">
              <a:solidFill>
                <a:prstClr val="white"/>
              </a:solidFill>
            </a:endParaRPr>
          </a:p>
        </p:txBody>
      </p:sp>
      <p:pic>
        <p:nvPicPr>
          <p:cNvPr id="13" name="Picture 12"/>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279137" y="6377678"/>
            <a:ext cx="1393965" cy="474801"/>
          </a:xfrm>
          <a:prstGeom prst="rect">
            <a:avLst/>
          </a:prstGeom>
        </p:spPr>
      </p:pic>
    </p:spTree>
    <p:extLst>
      <p:ext uri="{BB962C8B-B14F-4D97-AF65-F5344CB8AC3E}">
        <p14:creationId xmlns:p14="http://schemas.microsoft.com/office/powerpoint/2010/main" val="20727465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hdr="0" ftr="0" dt="0"/>
  <p:txStyles>
    <p:titleStyle>
      <a:lvl1pPr algn="l" defTabSz="609585" rtl="0" eaLnBrk="1" latinLnBrk="0" hangingPunct="1">
        <a:lnSpc>
          <a:spcPct val="100000"/>
        </a:lnSpc>
        <a:spcBef>
          <a:spcPct val="0"/>
        </a:spcBef>
        <a:buNone/>
        <a:defRPr sz="3733" b="0" i="0" kern="1200" spc="0" baseline="0">
          <a:solidFill>
            <a:srgbClr val="003C71"/>
          </a:solidFill>
          <a:latin typeface="Intel Clear"/>
          <a:ea typeface="Intel Clear"/>
          <a:cs typeface="Intel Clear"/>
        </a:defRPr>
      </a:lvl1pPr>
    </p:titleStyle>
    <p:bodyStyle>
      <a:lvl1pPr marL="0" indent="0" algn="l" defTabSz="609585" rtl="0" eaLnBrk="1" latinLnBrk="0" hangingPunct="1">
        <a:spcBef>
          <a:spcPts val="1600"/>
        </a:spcBef>
        <a:spcAft>
          <a:spcPts val="0"/>
        </a:spcAft>
        <a:buFont typeface="Wingdings" panose="05000000000000000000" pitchFamily="2" charset="2"/>
        <a:buNone/>
        <a:defRPr sz="2400" b="0" kern="1200">
          <a:solidFill>
            <a:srgbClr val="0071C5"/>
          </a:solidFill>
          <a:latin typeface="+mn-lt"/>
          <a:ea typeface="+mn-ea"/>
          <a:cs typeface="Intel Clear" panose="020B0604020203020204" pitchFamily="34" charset="0"/>
        </a:defRPr>
      </a:lvl1pPr>
      <a:lvl2pPr marL="300559" indent="-300559" algn="l" defTabSz="609585" rtl="0" eaLnBrk="1" latinLnBrk="0" hangingPunct="1">
        <a:spcBef>
          <a:spcPts val="1600"/>
        </a:spcBef>
        <a:buFont typeface="Wingdings" charset="2"/>
        <a:buChar char="§"/>
        <a:defRPr sz="2133" kern="1200" baseline="0">
          <a:solidFill>
            <a:srgbClr val="003C71"/>
          </a:solidFill>
          <a:latin typeface="+mn-lt"/>
          <a:ea typeface="+mn-ea"/>
          <a:cs typeface="Intel Clear" panose="020B0604020203020204" pitchFamily="34" charset="0"/>
        </a:defRPr>
      </a:lvl2pPr>
      <a:lvl3pPr marL="761981" indent="-304792" algn="l" defTabSz="609585" rtl="0" eaLnBrk="1" latinLnBrk="0" hangingPunct="1">
        <a:spcBef>
          <a:spcPts val="1067"/>
        </a:spcBef>
        <a:buFont typeface="Intel Clear" panose="020B0604020203020204" pitchFamily="34" charset="0"/>
        <a:buChar char="–"/>
        <a:defRPr sz="2133" kern="1200">
          <a:solidFill>
            <a:srgbClr val="003C71"/>
          </a:solidFill>
          <a:latin typeface="+mn-lt"/>
          <a:ea typeface="+mn-ea"/>
          <a:cs typeface="Intel Clear" panose="020B0604020203020204" pitchFamily="34" charset="0"/>
        </a:defRPr>
      </a:lvl3pPr>
      <a:lvl4pPr marL="1293252" indent="-304792" algn="l" defTabSz="609585" rtl="0" eaLnBrk="1" latinLnBrk="0" hangingPunct="1">
        <a:spcBef>
          <a:spcPct val="20000"/>
        </a:spcBef>
        <a:buFont typeface="Arial"/>
        <a:buChar char="–"/>
        <a:defRPr sz="1867" kern="1200">
          <a:solidFill>
            <a:srgbClr val="003C71"/>
          </a:solidFill>
          <a:latin typeface="+mn-lt"/>
          <a:ea typeface="+mn-ea"/>
          <a:cs typeface="Intel Clear" panose="020B0604020203020204" pitchFamily="34" charset="0"/>
        </a:defRPr>
      </a:lvl4pPr>
      <a:lvl5pPr marL="1758907" indent="-304792" algn="l" defTabSz="609585" rtl="0" eaLnBrk="1" latinLnBrk="0" hangingPunct="1">
        <a:spcBef>
          <a:spcPct val="20000"/>
        </a:spcBef>
        <a:buFont typeface="Intel Clear" panose="020B0604020203020204" pitchFamily="34" charset="0"/>
        <a:buChar char="–"/>
        <a:defRPr sz="1867" kern="1200">
          <a:solidFill>
            <a:srgbClr val="003C71"/>
          </a:solidFill>
          <a:latin typeface="+mn-lt"/>
          <a:ea typeface="+mn-ea"/>
          <a:cs typeface="Intel Clear" panose="020B0604020203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2116" y="6345936"/>
            <a:ext cx="12192000"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pic>
        <p:nvPicPr>
          <p:cNvPr id="11" name="Picture 2" descr="\\.psf\Home\Desktop\Intel.png"/>
          <p:cNvPicPr>
            <a:picLocks noChangeAspect="1" noChangeArrowheads="1"/>
          </p:cNvPicPr>
          <p:nvPr/>
        </p:nvPicPr>
        <p:blipFill>
          <a:blip r:embed="rId23" cstate="screen">
            <a:extLst>
              <a:ext uri="{28A0092B-C50C-407E-A947-70E740481C1C}">
                <a14:useLocalDpi xmlns:a14="http://schemas.microsoft.com/office/drawing/2010/main"/>
              </a:ext>
            </a:extLst>
          </a:blip>
          <a:srcRect/>
          <a:stretch>
            <a:fillRect/>
          </a:stretch>
        </p:blipFill>
        <p:spPr bwMode="auto">
          <a:xfrm>
            <a:off x="10986554" y="6440786"/>
            <a:ext cx="485781" cy="320175"/>
          </a:xfrm>
          <a:prstGeom prst="rect">
            <a:avLst/>
          </a:prstGeom>
          <a:noFill/>
          <a:extLst>
            <a:ext uri="{909E8E84-426E-40dd-AFC4-6F175D3DCCD1}">
              <a14:hiddenFill xmlns:a14="http://schemas.microsoft.com/office/drawing/2010/main" xmlns="">
                <a:solidFill>
                  <a:srgbClr val="FFFFFF"/>
                </a:solidFill>
              </a14:hiddenFill>
            </a:ext>
          </a:extLst>
        </p:spPr>
      </p:pic>
      <p:cxnSp>
        <p:nvCxnSpPr>
          <p:cNvPr id="12" name="Straight Connector 11"/>
          <p:cNvCxnSpPr/>
          <p:nvPr/>
        </p:nvCxnSpPr>
        <p:spPr>
          <a:xfrm>
            <a:off x="11624735" y="6432680"/>
            <a:ext cx="3175" cy="316992"/>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Title Placeholder 1"/>
          <p:cNvSpPr>
            <a:spLocks noGrp="1"/>
          </p:cNvSpPr>
          <p:nvPr>
            <p:ph type="title"/>
          </p:nvPr>
        </p:nvSpPr>
        <p:spPr>
          <a:xfrm>
            <a:off x="607484" y="413507"/>
            <a:ext cx="10972800" cy="1158240"/>
          </a:xfrm>
          <a:prstGeom prst="rect">
            <a:avLst/>
          </a:prstGeom>
        </p:spPr>
        <p:txBody>
          <a:bodyPr vert="horz" lIns="0" tIns="0" rIns="0" bIns="0" rtlCol="0" anchor="t" anchorCtr="0">
            <a:noAutofit/>
          </a:bodyPr>
          <a:lstStyle/>
          <a:p>
            <a:r>
              <a:rPr lang="en-US" dirty="0"/>
              <a:t>28pt Intel Clear Headline</a:t>
            </a:r>
          </a:p>
        </p:txBody>
      </p:sp>
      <p:sp>
        <p:nvSpPr>
          <p:cNvPr id="3" name="Text Placeholder 2"/>
          <p:cNvSpPr>
            <a:spLocks noGrp="1"/>
          </p:cNvSpPr>
          <p:nvPr>
            <p:ph type="body" idx="1"/>
          </p:nvPr>
        </p:nvSpPr>
        <p:spPr>
          <a:xfrm>
            <a:off x="607484" y="1604434"/>
            <a:ext cx="10970683" cy="4567767"/>
          </a:xfrm>
          <a:prstGeom prst="rect">
            <a:avLst/>
          </a:prstGeom>
        </p:spPr>
        <p:txBody>
          <a:bodyPr vert="horz" lIns="0" tIns="0" rIns="0" bIns="0" rtlCol="0">
            <a:noAutofit/>
          </a:bodyPr>
          <a:lstStyle/>
          <a:p>
            <a:pPr lvl="0"/>
            <a:r>
              <a:rPr lang="en-US" dirty="0"/>
              <a:t>18pt Intel Clear body text</a:t>
            </a:r>
          </a:p>
          <a:p>
            <a:pPr lvl="1"/>
            <a:r>
              <a:rPr lang="en-US" dirty="0"/>
              <a:t>16pt Intel Clear bullet one</a:t>
            </a:r>
          </a:p>
          <a:p>
            <a:pPr lvl="2"/>
            <a:r>
              <a:rPr lang="en-US" dirty="0"/>
              <a:t>16pt Intel Clear sub-bullet</a:t>
            </a:r>
          </a:p>
          <a:p>
            <a:pPr lvl="3"/>
            <a:r>
              <a:rPr lang="en-US" dirty="0" err="1"/>
              <a:t>14pt</a:t>
            </a:r>
            <a:r>
              <a:rPr lang="en-US" dirty="0"/>
              <a:t> Intel Clear fourth level</a:t>
            </a:r>
          </a:p>
          <a:p>
            <a:pPr lvl="4"/>
            <a:r>
              <a:rPr lang="en-US" dirty="0" err="1"/>
              <a:t>14pt</a:t>
            </a:r>
            <a:r>
              <a:rPr lang="en-US" dirty="0"/>
              <a:t> Intel Clear fifth level</a:t>
            </a:r>
          </a:p>
        </p:txBody>
      </p:sp>
      <p:sp>
        <p:nvSpPr>
          <p:cNvPr id="5" name="Footer Placeholder 4"/>
          <p:cNvSpPr>
            <a:spLocks noGrp="1"/>
          </p:cNvSpPr>
          <p:nvPr>
            <p:ph type="ftr" sz="quarter" idx="3"/>
          </p:nvPr>
        </p:nvSpPr>
        <p:spPr>
          <a:xfrm>
            <a:off x="4165600" y="6432516"/>
            <a:ext cx="3860800" cy="365125"/>
          </a:xfrm>
          <a:prstGeom prst="rect">
            <a:avLst/>
          </a:prstGeom>
        </p:spPr>
        <p:txBody>
          <a:bodyPr vert="horz" lIns="91440" tIns="45720" rIns="91440" bIns="45720" rtlCol="0" anchor="ctr"/>
          <a:lstStyle>
            <a:lvl1pPr algn="ctr">
              <a:defRPr sz="1067">
                <a:solidFill>
                  <a:schemeClr val="bg1"/>
                </a:solidFill>
                <a:latin typeface="+mn-lt"/>
              </a:defRPr>
            </a:lvl1pPr>
          </a:lstStyle>
          <a:p>
            <a:pPr defTabSz="609585"/>
            <a:endParaRPr lang="en-US" dirty="0">
              <a:solidFill>
                <a:prstClr val="white"/>
              </a:solidFill>
            </a:endParaRPr>
          </a:p>
        </p:txBody>
      </p:sp>
      <p:sp>
        <p:nvSpPr>
          <p:cNvPr id="6" name="Slide Number Placeholder 5"/>
          <p:cNvSpPr>
            <a:spLocks noGrp="1"/>
          </p:cNvSpPr>
          <p:nvPr>
            <p:ph type="sldNum" sz="quarter" idx="4"/>
          </p:nvPr>
        </p:nvSpPr>
        <p:spPr>
          <a:xfrm>
            <a:off x="9163136" y="6432516"/>
            <a:ext cx="2844800" cy="365125"/>
          </a:xfrm>
          <a:prstGeom prst="rect">
            <a:avLst/>
          </a:prstGeom>
        </p:spPr>
        <p:txBody>
          <a:bodyPr vert="horz" lIns="0" tIns="0" rIns="0" bIns="0" rtlCol="0" anchor="ctr"/>
          <a:lstStyle>
            <a:lvl1pPr algn="r">
              <a:defRPr sz="1067">
                <a:solidFill>
                  <a:schemeClr val="bg1"/>
                </a:solidFill>
                <a:latin typeface="+mn-lt"/>
                <a:cs typeface="Intel Clear"/>
              </a:defRPr>
            </a:lvl1pPr>
          </a:lstStyle>
          <a:p>
            <a:pPr defTabSz="609585"/>
            <a:fld id="{EE2556C5-CE8C-6547-B838-EA80C61A4AF7}" type="slidenum">
              <a:rPr lang="en-US" smtClean="0">
                <a:solidFill>
                  <a:prstClr val="white"/>
                </a:solidFill>
              </a:rPr>
              <a:pPr defTabSz="609585"/>
              <a:t>‹#›</a:t>
            </a:fld>
            <a:endParaRPr lang="en-US" dirty="0">
              <a:solidFill>
                <a:prstClr val="white"/>
              </a:solidFill>
            </a:endParaRPr>
          </a:p>
        </p:txBody>
      </p:sp>
      <p:pic>
        <p:nvPicPr>
          <p:cNvPr id="13" name="Picture 12"/>
          <p:cNvPicPr>
            <a:picLocks noChangeAspect="1"/>
          </p:cNvPicPr>
          <p:nvPr userDrawn="1"/>
        </p:nvPicPr>
        <p:blipFill>
          <a:blip r:embed="rId24"/>
          <a:stretch>
            <a:fillRect/>
          </a:stretch>
        </p:blipFill>
        <p:spPr>
          <a:xfrm>
            <a:off x="86109" y="6308375"/>
            <a:ext cx="2011139" cy="645743"/>
          </a:xfrm>
          <a:prstGeom prst="rect">
            <a:avLst/>
          </a:prstGeom>
        </p:spPr>
      </p:pic>
    </p:spTree>
    <p:extLst>
      <p:ext uri="{BB962C8B-B14F-4D97-AF65-F5344CB8AC3E}">
        <p14:creationId xmlns:p14="http://schemas.microsoft.com/office/powerpoint/2010/main" val="1639309080"/>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 id="2147483754" r:id="rId17"/>
    <p:sldLayoutId id="2147483755" r:id="rId18"/>
    <p:sldLayoutId id="2147483756" r:id="rId19"/>
    <p:sldLayoutId id="2147483757" r:id="rId20"/>
    <p:sldLayoutId id="2147483758" r:id="rId21"/>
  </p:sldLayoutIdLst>
  <p:hf hdr="0" ftr="0" dt="0"/>
  <p:txStyles>
    <p:titleStyle>
      <a:lvl1pPr algn="l" defTabSz="609585" rtl="0" eaLnBrk="1" latinLnBrk="0" hangingPunct="1">
        <a:lnSpc>
          <a:spcPct val="100000"/>
        </a:lnSpc>
        <a:spcBef>
          <a:spcPct val="0"/>
        </a:spcBef>
        <a:buNone/>
        <a:defRPr sz="3733" b="0" i="0" kern="1200" spc="0" baseline="0">
          <a:solidFill>
            <a:srgbClr val="003C71"/>
          </a:solidFill>
          <a:latin typeface="Intel Clear"/>
          <a:ea typeface="Intel Clear"/>
          <a:cs typeface="Intel Clear"/>
        </a:defRPr>
      </a:lvl1pPr>
    </p:titleStyle>
    <p:bodyStyle>
      <a:lvl1pPr marL="0" indent="0" algn="l" defTabSz="609585" rtl="0" eaLnBrk="1" latinLnBrk="0" hangingPunct="1">
        <a:spcBef>
          <a:spcPts val="1600"/>
        </a:spcBef>
        <a:spcAft>
          <a:spcPts val="0"/>
        </a:spcAft>
        <a:buFont typeface="Wingdings" panose="05000000000000000000" pitchFamily="2" charset="2"/>
        <a:buNone/>
        <a:defRPr sz="2400" b="0" kern="1200">
          <a:solidFill>
            <a:srgbClr val="0071C5"/>
          </a:solidFill>
          <a:latin typeface="+mn-lt"/>
          <a:ea typeface="+mn-ea"/>
          <a:cs typeface="Intel Clear" panose="020B0604020203020204" pitchFamily="34" charset="0"/>
        </a:defRPr>
      </a:lvl1pPr>
      <a:lvl2pPr marL="300559" indent="-300559" algn="l" defTabSz="609585" rtl="0" eaLnBrk="1" latinLnBrk="0" hangingPunct="1">
        <a:spcBef>
          <a:spcPts val="1600"/>
        </a:spcBef>
        <a:buFont typeface="Wingdings" charset="2"/>
        <a:buChar char="§"/>
        <a:defRPr sz="2133" kern="1200" baseline="0">
          <a:solidFill>
            <a:srgbClr val="003C71"/>
          </a:solidFill>
          <a:latin typeface="+mn-lt"/>
          <a:ea typeface="+mn-ea"/>
          <a:cs typeface="Intel Clear" panose="020B0604020203020204" pitchFamily="34" charset="0"/>
        </a:defRPr>
      </a:lvl2pPr>
      <a:lvl3pPr marL="761981" indent="-304792" algn="l" defTabSz="609585" rtl="0" eaLnBrk="1" latinLnBrk="0" hangingPunct="1">
        <a:spcBef>
          <a:spcPts val="1067"/>
        </a:spcBef>
        <a:buFont typeface="Intel Clear" panose="020B0604020203020204" pitchFamily="34" charset="0"/>
        <a:buChar char="–"/>
        <a:defRPr sz="2133" kern="1200">
          <a:solidFill>
            <a:srgbClr val="003C71"/>
          </a:solidFill>
          <a:latin typeface="+mn-lt"/>
          <a:ea typeface="+mn-ea"/>
          <a:cs typeface="Intel Clear" panose="020B0604020203020204" pitchFamily="34" charset="0"/>
        </a:defRPr>
      </a:lvl3pPr>
      <a:lvl4pPr marL="1293252" indent="-304792" algn="l" defTabSz="609585" rtl="0" eaLnBrk="1" latinLnBrk="0" hangingPunct="1">
        <a:spcBef>
          <a:spcPct val="20000"/>
        </a:spcBef>
        <a:buFont typeface="Arial"/>
        <a:buChar char="–"/>
        <a:defRPr sz="1867" kern="1200">
          <a:solidFill>
            <a:srgbClr val="003C71"/>
          </a:solidFill>
          <a:latin typeface="+mn-lt"/>
          <a:ea typeface="+mn-ea"/>
          <a:cs typeface="Intel Clear" panose="020B0604020203020204" pitchFamily="34" charset="0"/>
        </a:defRPr>
      </a:lvl4pPr>
      <a:lvl5pPr marL="1758907" indent="-304792" algn="l" defTabSz="609585" rtl="0" eaLnBrk="1" latinLnBrk="0" hangingPunct="1">
        <a:spcBef>
          <a:spcPct val="20000"/>
        </a:spcBef>
        <a:buFont typeface="Intel Clear" panose="020B0604020203020204" pitchFamily="34" charset="0"/>
        <a:buChar char="–"/>
        <a:defRPr sz="1867" kern="1200">
          <a:solidFill>
            <a:srgbClr val="003C71"/>
          </a:solidFill>
          <a:latin typeface="+mn-lt"/>
          <a:ea typeface="+mn-ea"/>
          <a:cs typeface="Intel Clear" panose="020B0604020203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2116" y="6345936"/>
            <a:ext cx="12192000"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70"/>
            <a:endParaRPr lang="en-US" sz="2400" dirty="0">
              <a:solidFill>
                <a:prstClr val="white"/>
              </a:solidFill>
            </a:endParaRPr>
          </a:p>
        </p:txBody>
      </p:sp>
      <p:pic>
        <p:nvPicPr>
          <p:cNvPr id="11" name="Picture 2" descr="\\.psf\Home\Desktop\Intel.png"/>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10986555" y="6440787"/>
            <a:ext cx="485781" cy="320175"/>
          </a:xfrm>
          <a:prstGeom prst="rect">
            <a:avLst/>
          </a:prstGeom>
          <a:noFill/>
          <a:extLst>
            <a:ext uri="{909E8E84-426E-40dd-AFC4-6F175D3DCCD1}">
              <a14:hiddenFill xmlns:a14="http://schemas.microsoft.com/office/drawing/2010/main" xmlns="">
                <a:solidFill>
                  <a:srgbClr val="FFFFFF"/>
                </a:solidFill>
              </a14:hiddenFill>
            </a:ext>
          </a:extLst>
        </p:spPr>
      </p:pic>
      <p:cxnSp>
        <p:nvCxnSpPr>
          <p:cNvPr id="12" name="Straight Connector 11"/>
          <p:cNvCxnSpPr/>
          <p:nvPr/>
        </p:nvCxnSpPr>
        <p:spPr>
          <a:xfrm>
            <a:off x="11624737" y="6432680"/>
            <a:ext cx="3175" cy="316992"/>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Title Placeholder 1"/>
          <p:cNvSpPr>
            <a:spLocks noGrp="1"/>
          </p:cNvSpPr>
          <p:nvPr>
            <p:ph type="title"/>
          </p:nvPr>
        </p:nvSpPr>
        <p:spPr>
          <a:xfrm>
            <a:off x="607484" y="413507"/>
            <a:ext cx="10972800" cy="1158240"/>
          </a:xfrm>
          <a:prstGeom prst="rect">
            <a:avLst/>
          </a:prstGeom>
        </p:spPr>
        <p:txBody>
          <a:bodyPr vert="horz" lIns="0" tIns="0" rIns="0" bIns="0" rtlCol="0" anchor="t" anchorCtr="0">
            <a:noAutofit/>
          </a:bodyPr>
          <a:lstStyle/>
          <a:p>
            <a:r>
              <a:rPr lang="en-US" dirty="0"/>
              <a:t>28pt Intel Clear Headline</a:t>
            </a:r>
          </a:p>
        </p:txBody>
      </p:sp>
      <p:sp>
        <p:nvSpPr>
          <p:cNvPr id="3" name="Text Placeholder 2"/>
          <p:cNvSpPr>
            <a:spLocks noGrp="1"/>
          </p:cNvSpPr>
          <p:nvPr>
            <p:ph type="body" idx="1"/>
          </p:nvPr>
        </p:nvSpPr>
        <p:spPr>
          <a:xfrm>
            <a:off x="607485" y="1604435"/>
            <a:ext cx="10970683" cy="4567767"/>
          </a:xfrm>
          <a:prstGeom prst="rect">
            <a:avLst/>
          </a:prstGeom>
        </p:spPr>
        <p:txBody>
          <a:bodyPr vert="horz" lIns="0" tIns="0" rIns="0" bIns="0" rtlCol="0">
            <a:noAutofit/>
          </a:bodyPr>
          <a:lstStyle/>
          <a:p>
            <a:pPr lvl="0"/>
            <a:r>
              <a:rPr lang="en-US" dirty="0"/>
              <a:t>18pt Intel Clear body text</a:t>
            </a:r>
          </a:p>
          <a:p>
            <a:pPr lvl="1"/>
            <a:r>
              <a:rPr lang="en-US" dirty="0"/>
              <a:t>16pt Intel Clear bullet one</a:t>
            </a:r>
          </a:p>
          <a:p>
            <a:pPr lvl="2"/>
            <a:r>
              <a:rPr lang="en-US" dirty="0"/>
              <a:t>16pt Intel Clear sub-bullet</a:t>
            </a:r>
          </a:p>
          <a:p>
            <a:pPr lvl="3"/>
            <a:r>
              <a:rPr lang="en-US" dirty="0" err="1"/>
              <a:t>14pt</a:t>
            </a:r>
            <a:r>
              <a:rPr lang="en-US" dirty="0"/>
              <a:t> Intel Clear fourth level</a:t>
            </a:r>
          </a:p>
          <a:p>
            <a:pPr lvl="4"/>
            <a:r>
              <a:rPr lang="en-US" dirty="0" err="1"/>
              <a:t>14pt</a:t>
            </a:r>
            <a:r>
              <a:rPr lang="en-US" dirty="0"/>
              <a:t> Intel Clear fifth level</a:t>
            </a:r>
          </a:p>
        </p:txBody>
      </p:sp>
      <p:sp>
        <p:nvSpPr>
          <p:cNvPr id="5" name="Footer Placeholder 4"/>
          <p:cNvSpPr>
            <a:spLocks noGrp="1"/>
          </p:cNvSpPr>
          <p:nvPr>
            <p:ph type="ftr" sz="quarter" idx="3"/>
          </p:nvPr>
        </p:nvSpPr>
        <p:spPr>
          <a:xfrm>
            <a:off x="4165600" y="6432516"/>
            <a:ext cx="3860800" cy="365125"/>
          </a:xfrm>
          <a:prstGeom prst="rect">
            <a:avLst/>
          </a:prstGeom>
        </p:spPr>
        <p:txBody>
          <a:bodyPr vert="horz" lIns="91440" tIns="45720" rIns="91440" bIns="45720" rtlCol="0" anchor="ctr"/>
          <a:lstStyle>
            <a:lvl1pPr algn="ctr">
              <a:defRPr sz="1067">
                <a:solidFill>
                  <a:schemeClr val="bg1"/>
                </a:solidFill>
                <a:latin typeface="+mn-lt"/>
              </a:defRPr>
            </a:lvl1pPr>
          </a:lstStyle>
          <a:p>
            <a:pPr defTabSz="609570"/>
            <a:endParaRPr lang="en-US" dirty="0">
              <a:solidFill>
                <a:prstClr val="white"/>
              </a:solidFill>
            </a:endParaRPr>
          </a:p>
        </p:txBody>
      </p:sp>
      <p:sp>
        <p:nvSpPr>
          <p:cNvPr id="6" name="Slide Number Placeholder 5"/>
          <p:cNvSpPr>
            <a:spLocks noGrp="1"/>
          </p:cNvSpPr>
          <p:nvPr>
            <p:ph type="sldNum" sz="quarter" idx="4"/>
          </p:nvPr>
        </p:nvSpPr>
        <p:spPr>
          <a:xfrm>
            <a:off x="9163136" y="6432516"/>
            <a:ext cx="2844800" cy="365125"/>
          </a:xfrm>
          <a:prstGeom prst="rect">
            <a:avLst/>
          </a:prstGeom>
        </p:spPr>
        <p:txBody>
          <a:bodyPr vert="horz" lIns="0" tIns="0" rIns="0" bIns="0" rtlCol="0" anchor="ctr"/>
          <a:lstStyle>
            <a:lvl1pPr algn="r">
              <a:defRPr sz="1067">
                <a:solidFill>
                  <a:schemeClr val="bg1"/>
                </a:solidFill>
                <a:latin typeface="+mn-lt"/>
                <a:cs typeface="Intel Clear"/>
              </a:defRPr>
            </a:lvl1pPr>
          </a:lstStyle>
          <a:p>
            <a:pPr defTabSz="609570"/>
            <a:fld id="{EE2556C5-CE8C-6547-B838-EA80C61A4AF7}" type="slidenum">
              <a:rPr lang="en-US" smtClean="0">
                <a:solidFill>
                  <a:prstClr val="white"/>
                </a:solidFill>
              </a:rPr>
              <a:pPr defTabSz="609570"/>
              <a:t>‹#›</a:t>
            </a:fld>
            <a:endParaRPr lang="en-US" dirty="0">
              <a:solidFill>
                <a:prstClr val="white"/>
              </a:solidFill>
            </a:endParaRPr>
          </a:p>
        </p:txBody>
      </p:sp>
      <p:pic>
        <p:nvPicPr>
          <p:cNvPr id="13" name="Picture 12"/>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279137" y="6377680"/>
            <a:ext cx="1393965" cy="474801"/>
          </a:xfrm>
          <a:prstGeom prst="rect">
            <a:avLst/>
          </a:prstGeom>
        </p:spPr>
      </p:pic>
    </p:spTree>
    <p:extLst>
      <p:ext uri="{BB962C8B-B14F-4D97-AF65-F5344CB8AC3E}">
        <p14:creationId xmlns:p14="http://schemas.microsoft.com/office/powerpoint/2010/main" val="788490153"/>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 id="2147483788" r:id="rId17"/>
    <p:sldLayoutId id="2147483789" r:id="rId18"/>
    <p:sldLayoutId id="2147483790" r:id="rId19"/>
  </p:sldLayoutIdLst>
  <p:hf hdr="0" ftr="0" dt="0"/>
  <p:txStyles>
    <p:titleStyle>
      <a:lvl1pPr algn="l" defTabSz="609570" rtl="0" eaLnBrk="1" latinLnBrk="0" hangingPunct="1">
        <a:lnSpc>
          <a:spcPct val="100000"/>
        </a:lnSpc>
        <a:spcBef>
          <a:spcPct val="0"/>
        </a:spcBef>
        <a:buNone/>
        <a:defRPr sz="3733" b="0" i="0" kern="1200" spc="0" baseline="0">
          <a:solidFill>
            <a:srgbClr val="003C71"/>
          </a:solidFill>
          <a:latin typeface="Intel Clear"/>
          <a:ea typeface="Intel Clear"/>
          <a:cs typeface="Intel Clear"/>
        </a:defRPr>
      </a:lvl1pPr>
    </p:titleStyle>
    <p:bodyStyle>
      <a:lvl1pPr marL="0" indent="0" algn="l" defTabSz="609570" rtl="0" eaLnBrk="1" latinLnBrk="0" hangingPunct="1">
        <a:spcBef>
          <a:spcPts val="1600"/>
        </a:spcBef>
        <a:spcAft>
          <a:spcPts val="0"/>
        </a:spcAft>
        <a:buFont typeface="Wingdings" panose="05000000000000000000" pitchFamily="2" charset="2"/>
        <a:buNone/>
        <a:defRPr sz="2400" b="0" kern="1200">
          <a:solidFill>
            <a:srgbClr val="0071C5"/>
          </a:solidFill>
          <a:latin typeface="+mn-lt"/>
          <a:ea typeface="+mn-ea"/>
          <a:cs typeface="Intel Clear" panose="020B0604020203020204" pitchFamily="34" charset="0"/>
        </a:defRPr>
      </a:lvl1pPr>
      <a:lvl2pPr marL="300551" indent="-300551" algn="l" defTabSz="609570" rtl="0" eaLnBrk="1" latinLnBrk="0" hangingPunct="1">
        <a:spcBef>
          <a:spcPts val="1600"/>
        </a:spcBef>
        <a:buFont typeface="Wingdings" charset="2"/>
        <a:buChar char="§"/>
        <a:defRPr sz="2133" kern="1200" baseline="0">
          <a:solidFill>
            <a:srgbClr val="003C71"/>
          </a:solidFill>
          <a:latin typeface="+mn-lt"/>
          <a:ea typeface="+mn-ea"/>
          <a:cs typeface="Intel Clear" panose="020B0604020203020204" pitchFamily="34" charset="0"/>
        </a:defRPr>
      </a:lvl2pPr>
      <a:lvl3pPr marL="761962" indent="-304784" algn="l" defTabSz="609570" rtl="0" eaLnBrk="1" latinLnBrk="0" hangingPunct="1">
        <a:spcBef>
          <a:spcPts val="1067"/>
        </a:spcBef>
        <a:buFont typeface="Intel Clear" panose="020B0604020203020204" pitchFamily="34" charset="0"/>
        <a:buChar char="–"/>
        <a:defRPr sz="2133" kern="1200">
          <a:solidFill>
            <a:srgbClr val="003C71"/>
          </a:solidFill>
          <a:latin typeface="+mn-lt"/>
          <a:ea typeface="+mn-ea"/>
          <a:cs typeface="Intel Clear" panose="020B0604020203020204" pitchFamily="34" charset="0"/>
        </a:defRPr>
      </a:lvl3pPr>
      <a:lvl4pPr marL="1293220" indent="-304784" algn="l" defTabSz="609570" rtl="0" eaLnBrk="1" latinLnBrk="0" hangingPunct="1">
        <a:spcBef>
          <a:spcPct val="20000"/>
        </a:spcBef>
        <a:buFont typeface="Arial"/>
        <a:buChar char="–"/>
        <a:defRPr sz="1867" kern="1200">
          <a:solidFill>
            <a:srgbClr val="003C71"/>
          </a:solidFill>
          <a:latin typeface="+mn-lt"/>
          <a:ea typeface="+mn-ea"/>
          <a:cs typeface="Intel Clear" panose="020B0604020203020204" pitchFamily="34" charset="0"/>
        </a:defRPr>
      </a:lvl4pPr>
      <a:lvl5pPr marL="1758863" indent="-304784" algn="l" defTabSz="609570" rtl="0" eaLnBrk="1" latinLnBrk="0" hangingPunct="1">
        <a:spcBef>
          <a:spcPct val="20000"/>
        </a:spcBef>
        <a:buFont typeface="Intel Clear" panose="020B0604020203020204" pitchFamily="34" charset="0"/>
        <a:buChar char="–"/>
        <a:defRPr sz="1867" kern="1200">
          <a:solidFill>
            <a:srgbClr val="003C71"/>
          </a:solidFill>
          <a:latin typeface="+mn-lt"/>
          <a:ea typeface="+mn-ea"/>
          <a:cs typeface="Intel Clear" panose="020B0604020203020204" pitchFamily="34" charset="0"/>
        </a:defRPr>
      </a:lvl5pPr>
      <a:lvl6pPr marL="3352632" indent="-304784" algn="l" defTabSz="609570" rtl="0" eaLnBrk="1" latinLnBrk="0" hangingPunct="1">
        <a:spcBef>
          <a:spcPct val="20000"/>
        </a:spcBef>
        <a:buFont typeface="Arial"/>
        <a:buChar char="•"/>
        <a:defRPr sz="2667" kern="1200">
          <a:solidFill>
            <a:schemeClr val="tx1"/>
          </a:solidFill>
          <a:latin typeface="+mn-lt"/>
          <a:ea typeface="+mn-ea"/>
          <a:cs typeface="+mn-cs"/>
        </a:defRPr>
      </a:lvl6pPr>
      <a:lvl7pPr marL="3962202" indent="-304784" algn="l" defTabSz="609570" rtl="0" eaLnBrk="1" latinLnBrk="0" hangingPunct="1">
        <a:spcBef>
          <a:spcPct val="20000"/>
        </a:spcBef>
        <a:buFont typeface="Arial"/>
        <a:buChar char="•"/>
        <a:defRPr sz="2667" kern="1200">
          <a:solidFill>
            <a:schemeClr val="tx1"/>
          </a:solidFill>
          <a:latin typeface="+mn-lt"/>
          <a:ea typeface="+mn-ea"/>
          <a:cs typeface="+mn-cs"/>
        </a:defRPr>
      </a:lvl7pPr>
      <a:lvl8pPr marL="4571772" indent="-304784" algn="l" defTabSz="609570" rtl="0" eaLnBrk="1" latinLnBrk="0" hangingPunct="1">
        <a:spcBef>
          <a:spcPct val="20000"/>
        </a:spcBef>
        <a:buFont typeface="Arial"/>
        <a:buChar char="•"/>
        <a:defRPr sz="2667" kern="1200">
          <a:solidFill>
            <a:schemeClr val="tx1"/>
          </a:solidFill>
          <a:latin typeface="+mn-lt"/>
          <a:ea typeface="+mn-ea"/>
          <a:cs typeface="+mn-cs"/>
        </a:defRPr>
      </a:lvl8pPr>
      <a:lvl9pPr marL="5181341" indent="-304784" algn="l" defTabSz="609570"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70" rtl="0" eaLnBrk="1" latinLnBrk="0" hangingPunct="1">
        <a:defRPr sz="2400" kern="1200">
          <a:solidFill>
            <a:schemeClr val="tx1"/>
          </a:solidFill>
          <a:latin typeface="+mn-lt"/>
          <a:ea typeface="+mn-ea"/>
          <a:cs typeface="+mn-cs"/>
        </a:defRPr>
      </a:lvl1pPr>
      <a:lvl2pPr marL="609570" algn="l" defTabSz="609570" rtl="0" eaLnBrk="1" latinLnBrk="0" hangingPunct="1">
        <a:defRPr sz="2400" kern="1200">
          <a:solidFill>
            <a:schemeClr val="tx1"/>
          </a:solidFill>
          <a:latin typeface="+mn-lt"/>
          <a:ea typeface="+mn-ea"/>
          <a:cs typeface="+mn-cs"/>
        </a:defRPr>
      </a:lvl2pPr>
      <a:lvl3pPr marL="1219140" algn="l" defTabSz="609570" rtl="0" eaLnBrk="1" latinLnBrk="0" hangingPunct="1">
        <a:defRPr sz="2400" kern="1200">
          <a:solidFill>
            <a:schemeClr val="tx1"/>
          </a:solidFill>
          <a:latin typeface="+mn-lt"/>
          <a:ea typeface="+mn-ea"/>
          <a:cs typeface="+mn-cs"/>
        </a:defRPr>
      </a:lvl3pPr>
      <a:lvl4pPr marL="1828709" algn="l" defTabSz="609570" rtl="0" eaLnBrk="1" latinLnBrk="0" hangingPunct="1">
        <a:defRPr sz="2400" kern="1200">
          <a:solidFill>
            <a:schemeClr val="tx1"/>
          </a:solidFill>
          <a:latin typeface="+mn-lt"/>
          <a:ea typeface="+mn-ea"/>
          <a:cs typeface="+mn-cs"/>
        </a:defRPr>
      </a:lvl4pPr>
      <a:lvl5pPr marL="2438278" algn="l" defTabSz="609570" rtl="0" eaLnBrk="1" latinLnBrk="0" hangingPunct="1">
        <a:defRPr sz="2400" kern="1200">
          <a:solidFill>
            <a:schemeClr val="tx1"/>
          </a:solidFill>
          <a:latin typeface="+mn-lt"/>
          <a:ea typeface="+mn-ea"/>
          <a:cs typeface="+mn-cs"/>
        </a:defRPr>
      </a:lvl5pPr>
      <a:lvl6pPr marL="3047848" algn="l" defTabSz="609570" rtl="0" eaLnBrk="1" latinLnBrk="0" hangingPunct="1">
        <a:defRPr sz="2400" kern="1200">
          <a:solidFill>
            <a:schemeClr val="tx1"/>
          </a:solidFill>
          <a:latin typeface="+mn-lt"/>
          <a:ea typeface="+mn-ea"/>
          <a:cs typeface="+mn-cs"/>
        </a:defRPr>
      </a:lvl6pPr>
      <a:lvl7pPr marL="3657418" algn="l" defTabSz="609570" rtl="0" eaLnBrk="1" latinLnBrk="0" hangingPunct="1">
        <a:defRPr sz="2400" kern="1200">
          <a:solidFill>
            <a:schemeClr val="tx1"/>
          </a:solidFill>
          <a:latin typeface="+mn-lt"/>
          <a:ea typeface="+mn-ea"/>
          <a:cs typeface="+mn-cs"/>
        </a:defRPr>
      </a:lvl7pPr>
      <a:lvl8pPr marL="4266987" algn="l" defTabSz="609570" rtl="0" eaLnBrk="1" latinLnBrk="0" hangingPunct="1">
        <a:defRPr sz="2400" kern="1200">
          <a:solidFill>
            <a:schemeClr val="tx1"/>
          </a:solidFill>
          <a:latin typeface="+mn-lt"/>
          <a:ea typeface="+mn-ea"/>
          <a:cs typeface="+mn-cs"/>
        </a:defRPr>
      </a:lvl8pPr>
      <a:lvl9pPr marL="4876557" algn="l" defTabSz="6095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2116" y="6345936"/>
            <a:ext cx="12192000"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pic>
        <p:nvPicPr>
          <p:cNvPr id="11" name="Picture 2" descr="\\.psf\Home\Desktop\Intel.png"/>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10986554" y="6440786"/>
            <a:ext cx="485781" cy="320175"/>
          </a:xfrm>
          <a:prstGeom prst="rect">
            <a:avLst/>
          </a:prstGeom>
          <a:noFill/>
          <a:extLst>
            <a:ext uri="{909E8E84-426E-40dd-AFC4-6F175D3DCCD1}">
              <a14:hiddenFill xmlns:a14="http://schemas.microsoft.com/office/drawing/2010/main" xmlns="">
                <a:solidFill>
                  <a:srgbClr val="FFFFFF"/>
                </a:solidFill>
              </a14:hiddenFill>
            </a:ext>
          </a:extLst>
        </p:spPr>
      </p:pic>
      <p:cxnSp>
        <p:nvCxnSpPr>
          <p:cNvPr id="12" name="Straight Connector 11"/>
          <p:cNvCxnSpPr/>
          <p:nvPr/>
        </p:nvCxnSpPr>
        <p:spPr>
          <a:xfrm>
            <a:off x="11624735" y="6432680"/>
            <a:ext cx="3175" cy="316992"/>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Title Placeholder 1"/>
          <p:cNvSpPr>
            <a:spLocks noGrp="1"/>
          </p:cNvSpPr>
          <p:nvPr>
            <p:ph type="title"/>
          </p:nvPr>
        </p:nvSpPr>
        <p:spPr>
          <a:xfrm>
            <a:off x="607484" y="413507"/>
            <a:ext cx="10972800" cy="1158240"/>
          </a:xfrm>
          <a:prstGeom prst="rect">
            <a:avLst/>
          </a:prstGeom>
        </p:spPr>
        <p:txBody>
          <a:bodyPr vert="horz" lIns="0" tIns="0" rIns="0" bIns="0" rtlCol="0" anchor="t" anchorCtr="0">
            <a:noAutofit/>
          </a:bodyPr>
          <a:lstStyle/>
          <a:p>
            <a:r>
              <a:rPr lang="en-US" dirty="0"/>
              <a:t>28pt Intel Clear Headline</a:t>
            </a:r>
          </a:p>
        </p:txBody>
      </p:sp>
      <p:sp>
        <p:nvSpPr>
          <p:cNvPr id="3" name="Text Placeholder 2"/>
          <p:cNvSpPr>
            <a:spLocks noGrp="1"/>
          </p:cNvSpPr>
          <p:nvPr>
            <p:ph type="body" idx="1"/>
          </p:nvPr>
        </p:nvSpPr>
        <p:spPr>
          <a:xfrm>
            <a:off x="607484" y="1604434"/>
            <a:ext cx="10970683" cy="4567767"/>
          </a:xfrm>
          <a:prstGeom prst="rect">
            <a:avLst/>
          </a:prstGeom>
        </p:spPr>
        <p:txBody>
          <a:bodyPr vert="horz" lIns="0" tIns="0" rIns="0" bIns="0" rtlCol="0">
            <a:noAutofit/>
          </a:bodyPr>
          <a:lstStyle/>
          <a:p>
            <a:pPr lvl="0"/>
            <a:r>
              <a:rPr lang="en-US" dirty="0"/>
              <a:t>18pt Intel Clear body text</a:t>
            </a:r>
          </a:p>
          <a:p>
            <a:pPr lvl="1"/>
            <a:r>
              <a:rPr lang="en-US" dirty="0"/>
              <a:t>16pt Intel Clear bullet one</a:t>
            </a:r>
          </a:p>
          <a:p>
            <a:pPr lvl="2"/>
            <a:r>
              <a:rPr lang="en-US" dirty="0"/>
              <a:t>16pt Intel Clear sub-bullet</a:t>
            </a:r>
          </a:p>
          <a:p>
            <a:pPr lvl="3"/>
            <a:r>
              <a:rPr lang="en-US" dirty="0" err="1"/>
              <a:t>14pt</a:t>
            </a:r>
            <a:r>
              <a:rPr lang="en-US" dirty="0"/>
              <a:t> Intel Clear fourth level</a:t>
            </a:r>
          </a:p>
          <a:p>
            <a:pPr lvl="4"/>
            <a:r>
              <a:rPr lang="en-US" dirty="0" err="1"/>
              <a:t>14pt</a:t>
            </a:r>
            <a:r>
              <a:rPr lang="en-US" dirty="0"/>
              <a:t> Intel Clear fifth level</a:t>
            </a:r>
          </a:p>
        </p:txBody>
      </p:sp>
      <p:sp>
        <p:nvSpPr>
          <p:cNvPr id="5" name="Footer Placeholder 4"/>
          <p:cNvSpPr>
            <a:spLocks noGrp="1"/>
          </p:cNvSpPr>
          <p:nvPr>
            <p:ph type="ftr" sz="quarter" idx="3"/>
          </p:nvPr>
        </p:nvSpPr>
        <p:spPr>
          <a:xfrm>
            <a:off x="4165600" y="6432516"/>
            <a:ext cx="3860800" cy="365125"/>
          </a:xfrm>
          <a:prstGeom prst="rect">
            <a:avLst/>
          </a:prstGeom>
        </p:spPr>
        <p:txBody>
          <a:bodyPr vert="horz" lIns="91440" tIns="45720" rIns="91440" bIns="45720" rtlCol="0" anchor="ctr"/>
          <a:lstStyle>
            <a:lvl1pPr algn="ctr">
              <a:defRPr sz="1067">
                <a:solidFill>
                  <a:schemeClr val="bg1"/>
                </a:solidFill>
                <a:latin typeface="+mn-lt"/>
              </a:defRPr>
            </a:lvl1pPr>
          </a:lstStyle>
          <a:p>
            <a:pPr defTabSz="609585"/>
            <a:endParaRPr lang="en-US" dirty="0">
              <a:solidFill>
                <a:prstClr val="white"/>
              </a:solidFill>
            </a:endParaRPr>
          </a:p>
        </p:txBody>
      </p:sp>
      <p:sp>
        <p:nvSpPr>
          <p:cNvPr id="6" name="Slide Number Placeholder 5"/>
          <p:cNvSpPr>
            <a:spLocks noGrp="1"/>
          </p:cNvSpPr>
          <p:nvPr>
            <p:ph type="sldNum" sz="quarter" idx="4"/>
          </p:nvPr>
        </p:nvSpPr>
        <p:spPr>
          <a:xfrm>
            <a:off x="9163136" y="6432516"/>
            <a:ext cx="2844800" cy="365125"/>
          </a:xfrm>
          <a:prstGeom prst="rect">
            <a:avLst/>
          </a:prstGeom>
        </p:spPr>
        <p:txBody>
          <a:bodyPr vert="horz" lIns="0" tIns="0" rIns="0" bIns="0" rtlCol="0" anchor="ctr"/>
          <a:lstStyle>
            <a:lvl1pPr algn="r">
              <a:defRPr sz="1067">
                <a:solidFill>
                  <a:schemeClr val="bg1"/>
                </a:solidFill>
                <a:latin typeface="+mn-lt"/>
                <a:cs typeface="Intel Clear"/>
              </a:defRPr>
            </a:lvl1pPr>
          </a:lstStyle>
          <a:p>
            <a:pPr defTabSz="609585"/>
            <a:fld id="{EE2556C5-CE8C-6547-B838-EA80C61A4AF7}" type="slidenum">
              <a:rPr lang="en-US" smtClean="0">
                <a:solidFill>
                  <a:prstClr val="white"/>
                </a:solidFill>
              </a:rPr>
              <a:pPr defTabSz="609585"/>
              <a:t>‹#›</a:t>
            </a:fld>
            <a:endParaRPr lang="en-US" dirty="0">
              <a:solidFill>
                <a:prstClr val="white"/>
              </a:solidFill>
            </a:endParaRPr>
          </a:p>
        </p:txBody>
      </p:sp>
      <p:pic>
        <p:nvPicPr>
          <p:cNvPr id="13" name="Picture 12"/>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279137" y="6377678"/>
            <a:ext cx="1393965" cy="474801"/>
          </a:xfrm>
          <a:prstGeom prst="rect">
            <a:avLst/>
          </a:prstGeom>
        </p:spPr>
      </p:pic>
    </p:spTree>
    <p:extLst>
      <p:ext uri="{BB962C8B-B14F-4D97-AF65-F5344CB8AC3E}">
        <p14:creationId xmlns:p14="http://schemas.microsoft.com/office/powerpoint/2010/main" val="3360084849"/>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806" r:id="rId15"/>
    <p:sldLayoutId id="2147483807" r:id="rId16"/>
    <p:sldLayoutId id="2147483808" r:id="rId17"/>
    <p:sldLayoutId id="2147483809" r:id="rId18"/>
    <p:sldLayoutId id="2147483810" r:id="rId19"/>
  </p:sldLayoutIdLst>
  <p:hf hdr="0" ftr="0" dt="0"/>
  <p:txStyles>
    <p:titleStyle>
      <a:lvl1pPr algn="l" defTabSz="609585" rtl="0" eaLnBrk="1" latinLnBrk="0" hangingPunct="1">
        <a:lnSpc>
          <a:spcPct val="100000"/>
        </a:lnSpc>
        <a:spcBef>
          <a:spcPct val="0"/>
        </a:spcBef>
        <a:buNone/>
        <a:defRPr sz="3733" b="0" i="0" kern="1200" spc="0" baseline="0">
          <a:solidFill>
            <a:srgbClr val="003C71"/>
          </a:solidFill>
          <a:latin typeface="Intel Clear"/>
          <a:ea typeface="Intel Clear"/>
          <a:cs typeface="Intel Clear"/>
        </a:defRPr>
      </a:lvl1pPr>
    </p:titleStyle>
    <p:bodyStyle>
      <a:lvl1pPr marL="0" indent="0" algn="l" defTabSz="609585" rtl="0" eaLnBrk="1" latinLnBrk="0" hangingPunct="1">
        <a:spcBef>
          <a:spcPts val="1600"/>
        </a:spcBef>
        <a:spcAft>
          <a:spcPts val="0"/>
        </a:spcAft>
        <a:buFont typeface="Wingdings" panose="05000000000000000000" pitchFamily="2" charset="2"/>
        <a:buNone/>
        <a:defRPr sz="2400" b="0" kern="1200">
          <a:solidFill>
            <a:srgbClr val="0071C5"/>
          </a:solidFill>
          <a:latin typeface="+mn-lt"/>
          <a:ea typeface="+mn-ea"/>
          <a:cs typeface="Intel Clear" panose="020B0604020203020204" pitchFamily="34" charset="0"/>
        </a:defRPr>
      </a:lvl1pPr>
      <a:lvl2pPr marL="300559" indent="-300559" algn="l" defTabSz="609585" rtl="0" eaLnBrk="1" latinLnBrk="0" hangingPunct="1">
        <a:spcBef>
          <a:spcPts val="1600"/>
        </a:spcBef>
        <a:buFont typeface="Wingdings" charset="2"/>
        <a:buChar char="§"/>
        <a:defRPr sz="2133" kern="1200" baseline="0">
          <a:solidFill>
            <a:srgbClr val="003C71"/>
          </a:solidFill>
          <a:latin typeface="+mn-lt"/>
          <a:ea typeface="+mn-ea"/>
          <a:cs typeface="Intel Clear" panose="020B0604020203020204" pitchFamily="34" charset="0"/>
        </a:defRPr>
      </a:lvl2pPr>
      <a:lvl3pPr marL="761981" indent="-304792" algn="l" defTabSz="609585" rtl="0" eaLnBrk="1" latinLnBrk="0" hangingPunct="1">
        <a:spcBef>
          <a:spcPts val="1067"/>
        </a:spcBef>
        <a:buFont typeface="Intel Clear" panose="020B0604020203020204" pitchFamily="34" charset="0"/>
        <a:buChar char="–"/>
        <a:defRPr sz="2133" kern="1200">
          <a:solidFill>
            <a:srgbClr val="003C71"/>
          </a:solidFill>
          <a:latin typeface="+mn-lt"/>
          <a:ea typeface="+mn-ea"/>
          <a:cs typeface="Intel Clear" panose="020B0604020203020204" pitchFamily="34" charset="0"/>
        </a:defRPr>
      </a:lvl3pPr>
      <a:lvl4pPr marL="1293252" indent="-304792" algn="l" defTabSz="609585" rtl="0" eaLnBrk="1" latinLnBrk="0" hangingPunct="1">
        <a:spcBef>
          <a:spcPct val="20000"/>
        </a:spcBef>
        <a:buFont typeface="Arial"/>
        <a:buChar char="–"/>
        <a:defRPr sz="1867" kern="1200">
          <a:solidFill>
            <a:srgbClr val="003C71"/>
          </a:solidFill>
          <a:latin typeface="+mn-lt"/>
          <a:ea typeface="+mn-ea"/>
          <a:cs typeface="Intel Clear" panose="020B0604020203020204" pitchFamily="34" charset="0"/>
        </a:defRPr>
      </a:lvl4pPr>
      <a:lvl5pPr marL="1758907" indent="-304792" algn="l" defTabSz="609585" rtl="0" eaLnBrk="1" latinLnBrk="0" hangingPunct="1">
        <a:spcBef>
          <a:spcPct val="20000"/>
        </a:spcBef>
        <a:buFont typeface="Intel Clear" panose="020B0604020203020204" pitchFamily="34" charset="0"/>
        <a:buChar char="–"/>
        <a:defRPr sz="1867" kern="1200">
          <a:solidFill>
            <a:srgbClr val="003C71"/>
          </a:solidFill>
          <a:latin typeface="+mn-lt"/>
          <a:ea typeface="+mn-ea"/>
          <a:cs typeface="Intel Clear" panose="020B0604020203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2116" y="6345936"/>
            <a:ext cx="12192000"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pic>
        <p:nvPicPr>
          <p:cNvPr id="11" name="Picture 2" descr="\\.psf\Home\Desktop\Intel.png"/>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10986554" y="6440786"/>
            <a:ext cx="485781" cy="320175"/>
          </a:xfrm>
          <a:prstGeom prst="rect">
            <a:avLst/>
          </a:prstGeom>
          <a:noFill/>
          <a:extLst>
            <a:ext uri="{909E8E84-426E-40dd-AFC4-6F175D3DCCD1}">
              <a14:hiddenFill xmlns:a14="http://schemas.microsoft.com/office/drawing/2010/main" xmlns="">
                <a:solidFill>
                  <a:srgbClr val="FFFFFF"/>
                </a:solidFill>
              </a14:hiddenFill>
            </a:ext>
          </a:extLst>
        </p:spPr>
      </p:pic>
      <p:cxnSp>
        <p:nvCxnSpPr>
          <p:cNvPr id="12" name="Straight Connector 11"/>
          <p:cNvCxnSpPr/>
          <p:nvPr/>
        </p:nvCxnSpPr>
        <p:spPr>
          <a:xfrm>
            <a:off x="11624735" y="6432680"/>
            <a:ext cx="3175" cy="316992"/>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Title Placeholder 1"/>
          <p:cNvSpPr>
            <a:spLocks noGrp="1"/>
          </p:cNvSpPr>
          <p:nvPr>
            <p:ph type="title"/>
          </p:nvPr>
        </p:nvSpPr>
        <p:spPr>
          <a:xfrm>
            <a:off x="607484" y="413507"/>
            <a:ext cx="10972800" cy="1158240"/>
          </a:xfrm>
          <a:prstGeom prst="rect">
            <a:avLst/>
          </a:prstGeom>
        </p:spPr>
        <p:txBody>
          <a:bodyPr vert="horz" lIns="0" tIns="0" rIns="0" bIns="0" rtlCol="0" anchor="t" anchorCtr="0">
            <a:noAutofit/>
          </a:bodyPr>
          <a:lstStyle/>
          <a:p>
            <a:r>
              <a:rPr lang="en-US" dirty="0"/>
              <a:t>28pt Intel Clear Headline</a:t>
            </a:r>
          </a:p>
        </p:txBody>
      </p:sp>
      <p:sp>
        <p:nvSpPr>
          <p:cNvPr id="3" name="Text Placeholder 2"/>
          <p:cNvSpPr>
            <a:spLocks noGrp="1"/>
          </p:cNvSpPr>
          <p:nvPr>
            <p:ph type="body" idx="1"/>
          </p:nvPr>
        </p:nvSpPr>
        <p:spPr>
          <a:xfrm>
            <a:off x="607484" y="1604434"/>
            <a:ext cx="10970683" cy="4567767"/>
          </a:xfrm>
          <a:prstGeom prst="rect">
            <a:avLst/>
          </a:prstGeom>
        </p:spPr>
        <p:txBody>
          <a:bodyPr vert="horz" lIns="0" tIns="0" rIns="0" bIns="0" rtlCol="0">
            <a:noAutofit/>
          </a:bodyPr>
          <a:lstStyle/>
          <a:p>
            <a:pPr lvl="0"/>
            <a:r>
              <a:rPr lang="en-US" dirty="0"/>
              <a:t>18pt Intel Clear body text</a:t>
            </a:r>
          </a:p>
          <a:p>
            <a:pPr lvl="1"/>
            <a:r>
              <a:rPr lang="en-US" dirty="0"/>
              <a:t>16pt Intel Clear bullet one</a:t>
            </a:r>
          </a:p>
          <a:p>
            <a:pPr lvl="2"/>
            <a:r>
              <a:rPr lang="en-US" dirty="0"/>
              <a:t>16pt Intel Clear sub-bullet</a:t>
            </a:r>
          </a:p>
          <a:p>
            <a:pPr lvl="3"/>
            <a:r>
              <a:rPr lang="en-US" dirty="0" err="1"/>
              <a:t>14pt</a:t>
            </a:r>
            <a:r>
              <a:rPr lang="en-US" dirty="0"/>
              <a:t> Intel Clear fourth level</a:t>
            </a:r>
          </a:p>
          <a:p>
            <a:pPr lvl="4"/>
            <a:r>
              <a:rPr lang="en-US" dirty="0" err="1"/>
              <a:t>14pt</a:t>
            </a:r>
            <a:r>
              <a:rPr lang="en-US" dirty="0"/>
              <a:t> Intel Clear fifth level</a:t>
            </a:r>
          </a:p>
        </p:txBody>
      </p:sp>
      <p:sp>
        <p:nvSpPr>
          <p:cNvPr id="5" name="Footer Placeholder 4"/>
          <p:cNvSpPr>
            <a:spLocks noGrp="1"/>
          </p:cNvSpPr>
          <p:nvPr>
            <p:ph type="ftr" sz="quarter" idx="3"/>
          </p:nvPr>
        </p:nvSpPr>
        <p:spPr>
          <a:xfrm>
            <a:off x="4165600" y="6432516"/>
            <a:ext cx="3860800" cy="365125"/>
          </a:xfrm>
          <a:prstGeom prst="rect">
            <a:avLst/>
          </a:prstGeom>
        </p:spPr>
        <p:txBody>
          <a:bodyPr vert="horz" lIns="91440" tIns="45720" rIns="91440" bIns="45720" rtlCol="0" anchor="ctr"/>
          <a:lstStyle>
            <a:lvl1pPr algn="ctr">
              <a:defRPr sz="1067">
                <a:solidFill>
                  <a:schemeClr val="bg1"/>
                </a:solidFill>
                <a:latin typeface="+mn-lt"/>
              </a:defRPr>
            </a:lvl1pPr>
          </a:lstStyle>
          <a:p>
            <a:pPr defTabSz="609585"/>
            <a:endParaRPr lang="en-US" dirty="0">
              <a:solidFill>
                <a:prstClr val="white"/>
              </a:solidFill>
            </a:endParaRPr>
          </a:p>
        </p:txBody>
      </p:sp>
      <p:sp>
        <p:nvSpPr>
          <p:cNvPr id="6" name="Slide Number Placeholder 5"/>
          <p:cNvSpPr>
            <a:spLocks noGrp="1"/>
          </p:cNvSpPr>
          <p:nvPr>
            <p:ph type="sldNum" sz="quarter" idx="4"/>
          </p:nvPr>
        </p:nvSpPr>
        <p:spPr>
          <a:xfrm>
            <a:off x="9163136" y="6432516"/>
            <a:ext cx="2844800" cy="365125"/>
          </a:xfrm>
          <a:prstGeom prst="rect">
            <a:avLst/>
          </a:prstGeom>
        </p:spPr>
        <p:txBody>
          <a:bodyPr vert="horz" lIns="0" tIns="0" rIns="0" bIns="0" rtlCol="0" anchor="ctr"/>
          <a:lstStyle>
            <a:lvl1pPr algn="r">
              <a:defRPr sz="1067">
                <a:solidFill>
                  <a:schemeClr val="bg1"/>
                </a:solidFill>
                <a:latin typeface="+mn-lt"/>
                <a:cs typeface="Intel Clear"/>
              </a:defRPr>
            </a:lvl1pPr>
          </a:lstStyle>
          <a:p>
            <a:pPr defTabSz="609585"/>
            <a:fld id="{EE2556C5-CE8C-6547-B838-EA80C61A4AF7}" type="slidenum">
              <a:rPr lang="en-US" smtClean="0">
                <a:solidFill>
                  <a:prstClr val="white"/>
                </a:solidFill>
              </a:rPr>
              <a:pPr defTabSz="609585"/>
              <a:t>‹#›</a:t>
            </a:fld>
            <a:endParaRPr lang="en-US" dirty="0">
              <a:solidFill>
                <a:prstClr val="white"/>
              </a:solidFill>
            </a:endParaRPr>
          </a:p>
        </p:txBody>
      </p:sp>
      <p:pic>
        <p:nvPicPr>
          <p:cNvPr id="13" name="Picture 12"/>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279137" y="6377678"/>
            <a:ext cx="1393965" cy="474801"/>
          </a:xfrm>
          <a:prstGeom prst="rect">
            <a:avLst/>
          </a:prstGeom>
        </p:spPr>
      </p:pic>
    </p:spTree>
    <p:extLst>
      <p:ext uri="{BB962C8B-B14F-4D97-AF65-F5344CB8AC3E}">
        <p14:creationId xmlns:p14="http://schemas.microsoft.com/office/powerpoint/2010/main" val="3670888440"/>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 id="2147483823" r:id="rId12"/>
    <p:sldLayoutId id="2147483824" r:id="rId13"/>
    <p:sldLayoutId id="2147483825" r:id="rId14"/>
    <p:sldLayoutId id="2147483826" r:id="rId15"/>
    <p:sldLayoutId id="2147483827" r:id="rId16"/>
    <p:sldLayoutId id="2147483828" r:id="rId17"/>
    <p:sldLayoutId id="2147483829" r:id="rId18"/>
    <p:sldLayoutId id="2147483830" r:id="rId19"/>
  </p:sldLayoutIdLst>
  <p:hf hdr="0" ftr="0" dt="0"/>
  <p:txStyles>
    <p:titleStyle>
      <a:lvl1pPr algn="l" defTabSz="609585" rtl="0" eaLnBrk="1" latinLnBrk="0" hangingPunct="1">
        <a:lnSpc>
          <a:spcPct val="100000"/>
        </a:lnSpc>
        <a:spcBef>
          <a:spcPct val="0"/>
        </a:spcBef>
        <a:buNone/>
        <a:defRPr sz="3733" b="0" i="0" kern="1200" spc="0" baseline="0">
          <a:solidFill>
            <a:srgbClr val="003C71"/>
          </a:solidFill>
          <a:latin typeface="Intel Clear"/>
          <a:ea typeface="Intel Clear"/>
          <a:cs typeface="Intel Clear"/>
        </a:defRPr>
      </a:lvl1pPr>
    </p:titleStyle>
    <p:bodyStyle>
      <a:lvl1pPr marL="0" indent="0" algn="l" defTabSz="609585" rtl="0" eaLnBrk="1" latinLnBrk="0" hangingPunct="1">
        <a:spcBef>
          <a:spcPts val="1600"/>
        </a:spcBef>
        <a:spcAft>
          <a:spcPts val="0"/>
        </a:spcAft>
        <a:buFont typeface="Wingdings" panose="05000000000000000000" pitchFamily="2" charset="2"/>
        <a:buNone/>
        <a:defRPr sz="2400" b="0" kern="1200">
          <a:solidFill>
            <a:srgbClr val="0071C5"/>
          </a:solidFill>
          <a:latin typeface="+mn-lt"/>
          <a:ea typeface="+mn-ea"/>
          <a:cs typeface="Intel Clear" panose="020B0604020203020204" pitchFamily="34" charset="0"/>
        </a:defRPr>
      </a:lvl1pPr>
      <a:lvl2pPr marL="300559" indent="-300559" algn="l" defTabSz="609585" rtl="0" eaLnBrk="1" latinLnBrk="0" hangingPunct="1">
        <a:spcBef>
          <a:spcPts val="1600"/>
        </a:spcBef>
        <a:buFont typeface="Wingdings" charset="2"/>
        <a:buChar char="§"/>
        <a:defRPr sz="2133" kern="1200" baseline="0">
          <a:solidFill>
            <a:srgbClr val="003C71"/>
          </a:solidFill>
          <a:latin typeface="+mn-lt"/>
          <a:ea typeface="+mn-ea"/>
          <a:cs typeface="Intel Clear" panose="020B0604020203020204" pitchFamily="34" charset="0"/>
        </a:defRPr>
      </a:lvl2pPr>
      <a:lvl3pPr marL="761981" indent="-304792" algn="l" defTabSz="609585" rtl="0" eaLnBrk="1" latinLnBrk="0" hangingPunct="1">
        <a:spcBef>
          <a:spcPts val="1067"/>
        </a:spcBef>
        <a:buFont typeface="Intel Clear" panose="020B0604020203020204" pitchFamily="34" charset="0"/>
        <a:buChar char="–"/>
        <a:defRPr sz="2133" kern="1200">
          <a:solidFill>
            <a:srgbClr val="003C71"/>
          </a:solidFill>
          <a:latin typeface="+mn-lt"/>
          <a:ea typeface="+mn-ea"/>
          <a:cs typeface="Intel Clear" panose="020B0604020203020204" pitchFamily="34" charset="0"/>
        </a:defRPr>
      </a:lvl3pPr>
      <a:lvl4pPr marL="1293252" indent="-304792" algn="l" defTabSz="609585" rtl="0" eaLnBrk="1" latinLnBrk="0" hangingPunct="1">
        <a:spcBef>
          <a:spcPct val="20000"/>
        </a:spcBef>
        <a:buFont typeface="Arial"/>
        <a:buChar char="–"/>
        <a:defRPr sz="1867" kern="1200">
          <a:solidFill>
            <a:srgbClr val="003C71"/>
          </a:solidFill>
          <a:latin typeface="+mn-lt"/>
          <a:ea typeface="+mn-ea"/>
          <a:cs typeface="Intel Clear" panose="020B0604020203020204" pitchFamily="34" charset="0"/>
        </a:defRPr>
      </a:lvl4pPr>
      <a:lvl5pPr marL="1758907" indent="-304792" algn="l" defTabSz="609585" rtl="0" eaLnBrk="1" latinLnBrk="0" hangingPunct="1">
        <a:spcBef>
          <a:spcPct val="20000"/>
        </a:spcBef>
        <a:buFont typeface="Intel Clear" panose="020B0604020203020204" pitchFamily="34" charset="0"/>
        <a:buChar char="–"/>
        <a:defRPr sz="1867" kern="1200">
          <a:solidFill>
            <a:srgbClr val="003C71"/>
          </a:solidFill>
          <a:latin typeface="+mn-lt"/>
          <a:ea typeface="+mn-ea"/>
          <a:cs typeface="Intel Clear" panose="020B0604020203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themuse.com/"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hyperlink" Target="https://intel.sharepoint.com/sites/Warmline_Resources/Job%20Req%20Reports/Forms/AllItems.aspx"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notesSlide" Target="../notesSlides/notesSlide2.xml"/><Relationship Id="rId7" Type="http://schemas.openxmlformats.org/officeDocument/2006/relationships/image" Target="../media/image18.png"/><Relationship Id="rId2" Type="http://schemas.openxmlformats.org/officeDocument/2006/relationships/slideLayout" Target="../slideLayouts/slideLayout15.xml"/><Relationship Id="rId1" Type="http://schemas.openxmlformats.org/officeDocument/2006/relationships/tags" Target="../tags/tag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4.xml"/><Relationship Id="rId4" Type="http://schemas.openxmlformats.org/officeDocument/2006/relationships/image" Target="../media/image20.jp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6.xml"/><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8.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8" Type="http://schemas.openxmlformats.org/officeDocument/2006/relationships/hyperlink" Target="https://www.think2perform.com/values/" TargetMode="External"/><Relationship Id="rId3" Type="http://schemas.openxmlformats.org/officeDocument/2006/relationships/notesSlide" Target="../notesSlides/notesSlide8.xml"/><Relationship Id="rId7" Type="http://schemas.openxmlformats.org/officeDocument/2006/relationships/hyperlink" Target="https://resumecompanion.com/how-to-write-a-resume/resume-adjectives-guide/" TargetMode="External"/><Relationship Id="rId2" Type="http://schemas.openxmlformats.org/officeDocument/2006/relationships/slideLayout" Target="../slideLayouts/slideLayout4.xml"/><Relationship Id="rId1" Type="http://schemas.openxmlformats.org/officeDocument/2006/relationships/tags" Target="../tags/tag10.xml"/><Relationship Id="rId6" Type="http://schemas.openxmlformats.org/officeDocument/2006/relationships/hyperlink" Target="https://www.16personalities.com/free-personality-test" TargetMode="External"/><Relationship Id="rId5" Type="http://schemas.openxmlformats.org/officeDocument/2006/relationships/hyperlink" Target="https://www.nytimes.com/2019/04/07/smarter-living/how-to-be-happier-at-work.html" TargetMode="External"/><Relationship Id="rId4" Type="http://schemas.openxmlformats.org/officeDocument/2006/relationships/hyperlink" Target="https://www.amazon.com/StandOut-2-0-Assess-Your-Strengths/dp/1633690741/ref=sr_1_1?s=books&amp;ie=UTF8&amp;qid=1476483959&amp;sr=1-1&amp;keywords=standOut" TargetMode="External"/><Relationship Id="rId9" Type="http://schemas.openxmlformats.org/officeDocument/2006/relationships/hyperlink" Target="https://www.thegoodproject.org/value-sort" TargetMode="Externa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1.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9.xml"/><Relationship Id="rId7" Type="http://schemas.openxmlformats.org/officeDocument/2006/relationships/diagramColors" Target="../diagrams/colors1.xml"/><Relationship Id="rId2" Type="http://schemas.openxmlformats.org/officeDocument/2006/relationships/slideLayout" Target="../slideLayouts/slideLayout78.xml"/><Relationship Id="rId1" Type="http://schemas.openxmlformats.org/officeDocument/2006/relationships/tags" Target="../tags/tag1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10.xml"/><Relationship Id="rId7" Type="http://schemas.openxmlformats.org/officeDocument/2006/relationships/diagramColors" Target="../diagrams/colors2.xml"/><Relationship Id="rId2" Type="http://schemas.openxmlformats.org/officeDocument/2006/relationships/slideLayout" Target="../slideLayouts/slideLayout78.xml"/><Relationship Id="rId1" Type="http://schemas.openxmlformats.org/officeDocument/2006/relationships/tags" Target="../tags/tag13.xml"/><Relationship Id="rId6" Type="http://schemas.openxmlformats.org/officeDocument/2006/relationships/diagramQuickStyle" Target="../diagrams/quickStyle2.xml"/><Relationship Id="rId5" Type="http://schemas.openxmlformats.org/officeDocument/2006/relationships/diagramLayout" Target="../diagrams/layout2.xml"/><Relationship Id="rId10" Type="http://schemas.openxmlformats.org/officeDocument/2006/relationships/image" Target="../media/image25.jpg"/><Relationship Id="rId4" Type="http://schemas.openxmlformats.org/officeDocument/2006/relationships/diagramData" Target="../diagrams/data2.xml"/><Relationship Id="rId9" Type="http://schemas.openxmlformats.org/officeDocument/2006/relationships/image" Target="../media/image24.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8.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97.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8.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97.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tags" Target="../tags/tag18.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JumpStart your job search</a:t>
            </a:r>
          </a:p>
        </p:txBody>
      </p:sp>
      <p:sp>
        <p:nvSpPr>
          <p:cNvPr id="3" name="Subtitle 2"/>
          <p:cNvSpPr>
            <a:spLocks noGrp="1"/>
          </p:cNvSpPr>
          <p:nvPr>
            <p:ph type="subTitle" idx="1"/>
          </p:nvPr>
        </p:nvSpPr>
        <p:spPr/>
        <p:txBody>
          <a:bodyPr/>
          <a:lstStyle/>
          <a:p>
            <a:r>
              <a:rPr lang="en-US" dirty="0"/>
              <a:t>Branding &amp; Elevator Pitch</a:t>
            </a:r>
          </a:p>
        </p:txBody>
      </p:sp>
    </p:spTree>
    <p:extLst>
      <p:ext uri="{BB962C8B-B14F-4D97-AF65-F5344CB8AC3E}">
        <p14:creationId xmlns:p14="http://schemas.microsoft.com/office/powerpoint/2010/main" val="3681753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83A563-EAFD-42E5-AA0A-65B85B489556}"/>
              </a:ext>
            </a:extLst>
          </p:cNvPr>
          <p:cNvSpPr>
            <a:spLocks noGrp="1"/>
          </p:cNvSpPr>
          <p:nvPr>
            <p:ph type="title"/>
          </p:nvPr>
        </p:nvSpPr>
        <p:spPr/>
        <p:txBody>
          <a:bodyPr/>
          <a:lstStyle/>
          <a:p>
            <a:r>
              <a:rPr lang="en-US" dirty="0"/>
              <a:t>Let’s Get Started</a:t>
            </a:r>
          </a:p>
        </p:txBody>
      </p:sp>
      <p:sp>
        <p:nvSpPr>
          <p:cNvPr id="5" name="Content Placeholder 4">
            <a:extLst>
              <a:ext uri="{FF2B5EF4-FFF2-40B4-BE49-F238E27FC236}">
                <a16:creationId xmlns:a16="http://schemas.microsoft.com/office/drawing/2014/main" id="{F72C1CAA-A0E6-44F6-A1A9-192633B4C5BE}"/>
              </a:ext>
            </a:extLst>
          </p:cNvPr>
          <p:cNvSpPr>
            <a:spLocks noGrp="1"/>
          </p:cNvSpPr>
          <p:nvPr>
            <p:ph sz="quarter" idx="13"/>
          </p:nvPr>
        </p:nvSpPr>
        <p:spPr>
          <a:xfrm>
            <a:off x="607484" y="966356"/>
            <a:ext cx="10970683" cy="5205846"/>
          </a:xfrm>
        </p:spPr>
        <p:txBody>
          <a:bodyPr/>
          <a:lstStyle/>
          <a:p>
            <a:pPr marL="342900" indent="-342900">
              <a:buFont typeface="Arial" panose="020B0604020202020204" pitchFamily="34" charset="0"/>
              <a:buChar char="•"/>
            </a:pPr>
            <a:r>
              <a:rPr lang="en-US" dirty="0"/>
              <a:t>Resources were sent in email</a:t>
            </a:r>
          </a:p>
          <a:p>
            <a:pPr marL="643459" lvl="1" indent="-342900">
              <a:buFont typeface="Arial" panose="020B0604020202020204" pitchFamily="34" charset="0"/>
              <a:buChar char="•"/>
            </a:pPr>
            <a:r>
              <a:rPr lang="en-US" dirty="0"/>
              <a:t>Fast Track Workbook</a:t>
            </a:r>
          </a:p>
          <a:p>
            <a:pPr marL="643459" lvl="1" indent="-342900">
              <a:buFont typeface="Arial" panose="020B0604020202020204" pitchFamily="34" charset="0"/>
              <a:buChar char="•"/>
            </a:pPr>
            <a:r>
              <a:rPr lang="en-US" dirty="0"/>
              <a:t>Slide Deck</a:t>
            </a:r>
          </a:p>
          <a:p>
            <a:pPr marL="643459" lvl="1" indent="-342900">
              <a:buFont typeface="Arial" panose="020B0604020202020204" pitchFamily="34" charset="0"/>
              <a:buChar char="•"/>
            </a:pPr>
            <a:r>
              <a:rPr lang="en-US" dirty="0"/>
              <a:t>Printable workshop sheets</a:t>
            </a:r>
          </a:p>
          <a:p>
            <a:pPr marL="342900" indent="-342900">
              <a:buFont typeface="Arial" panose="020B0604020202020204" pitchFamily="34" charset="0"/>
              <a:buChar char="•"/>
            </a:pPr>
            <a:r>
              <a:rPr lang="en-US" dirty="0"/>
              <a:t>Yes, let’s record this session</a:t>
            </a:r>
          </a:p>
          <a:p>
            <a:pPr marL="342900" indent="-342900">
              <a:buFont typeface="Arial" panose="020B0604020202020204" pitchFamily="34" charset="0"/>
              <a:buChar char="•"/>
            </a:pPr>
            <a:r>
              <a:rPr lang="en-US" dirty="0"/>
              <a:t>Moderator volunteer?</a:t>
            </a:r>
          </a:p>
          <a:p>
            <a:pPr marL="342900" indent="-342900">
              <a:buFont typeface="Arial" panose="020B0604020202020204" pitchFamily="34" charset="0"/>
              <a:buChar char="•"/>
            </a:pPr>
            <a:r>
              <a:rPr lang="en-US" dirty="0"/>
              <a:t>Additional Resources</a:t>
            </a:r>
            <a:endParaRPr lang="en-US" dirty="0">
              <a:hlinkClick r:id="rId3"/>
            </a:endParaRPr>
          </a:p>
          <a:p>
            <a:pPr marL="643459" lvl="1" indent="-342900">
              <a:buFont typeface="Arial" panose="020B0604020202020204" pitchFamily="34" charset="0"/>
              <a:buChar char="•"/>
            </a:pPr>
            <a:r>
              <a:rPr lang="en-US" sz="1800" dirty="0">
                <a:hlinkClick r:id="rId4"/>
              </a:rPr>
              <a:t>Open Req Report</a:t>
            </a:r>
            <a:endParaRPr lang="en-US" sz="1800" dirty="0">
              <a:hlinkClick r:id="rId3"/>
            </a:endParaRPr>
          </a:p>
          <a:p>
            <a:pPr marL="643459" lvl="1" indent="-342900">
              <a:buFont typeface="Arial" panose="020B0604020202020204" pitchFamily="34" charset="0"/>
              <a:buChar char="•"/>
            </a:pPr>
            <a:r>
              <a:rPr lang="en-US" sz="1800" dirty="0">
                <a:hlinkClick r:id="rId3"/>
              </a:rPr>
              <a:t>https://www.themuse.com/</a:t>
            </a:r>
            <a:endParaRPr lang="en-US" sz="1800" dirty="0"/>
          </a:p>
          <a:p>
            <a:pPr marL="643459" lvl="1" indent="-342900">
              <a:buFont typeface="Arial" panose="020B0604020202020204" pitchFamily="34" charset="0"/>
              <a:buChar char="•"/>
            </a:pPr>
            <a:r>
              <a:rPr lang="en-US" sz="1800" dirty="0"/>
              <a:t>Career Connections – Interview Prep &amp; Mock Interviews, Resume Feedback</a:t>
            </a:r>
          </a:p>
          <a:p>
            <a:pPr marL="342900" indent="-342900">
              <a:buFont typeface="Arial" panose="020B0604020202020204" pitchFamily="34" charset="0"/>
              <a:buChar char="•"/>
            </a:pPr>
            <a:endParaRPr lang="en-US" dirty="0"/>
          </a:p>
        </p:txBody>
      </p:sp>
      <p:sp>
        <p:nvSpPr>
          <p:cNvPr id="6" name="TextBox 5">
            <a:extLst>
              <a:ext uri="{FF2B5EF4-FFF2-40B4-BE49-F238E27FC236}">
                <a16:creationId xmlns:a16="http://schemas.microsoft.com/office/drawing/2014/main" id="{A269F089-FE7C-435D-B3AC-08E1A9F537D9}"/>
              </a:ext>
            </a:extLst>
          </p:cNvPr>
          <p:cNvSpPr txBox="1"/>
          <p:nvPr/>
        </p:nvSpPr>
        <p:spPr>
          <a:xfrm>
            <a:off x="5933872" y="1412138"/>
            <a:ext cx="5437762" cy="2868032"/>
          </a:xfrm>
          <a:prstGeom prst="rect">
            <a:avLst/>
          </a:prstGeom>
          <a:noFill/>
          <a:ln w="38100" cmpd="thickThin">
            <a:solidFill>
              <a:schemeClr val="accent1"/>
            </a:solidFill>
          </a:ln>
        </p:spPr>
        <p:txBody>
          <a:bodyPr vert="horz" wrap="square" lIns="182880" tIns="91440" rIns="0" bIns="0" rtlCol="0">
            <a:noAutofit/>
          </a:bodyPr>
          <a:lstStyle/>
          <a:p>
            <a:r>
              <a:rPr lang="en-US" sz="2000" b="1" u="sng" dirty="0">
                <a:solidFill>
                  <a:srgbClr val="003C71"/>
                </a:solidFill>
              </a:rPr>
              <a:t>Course Agenda:</a:t>
            </a:r>
          </a:p>
          <a:p>
            <a:endParaRPr lang="en-US" sz="2000" dirty="0">
              <a:solidFill>
                <a:srgbClr val="003C71"/>
              </a:solidFill>
            </a:endParaRPr>
          </a:p>
          <a:p>
            <a:r>
              <a:rPr lang="en-US" sz="2000" b="1" dirty="0">
                <a:solidFill>
                  <a:srgbClr val="003C71"/>
                </a:solidFill>
              </a:rPr>
              <a:t>Branding &amp; Personal Value Proposition</a:t>
            </a:r>
          </a:p>
          <a:p>
            <a:r>
              <a:rPr lang="en-US" sz="2000" dirty="0">
                <a:solidFill>
                  <a:srgbClr val="003C71"/>
                </a:solidFill>
              </a:rPr>
              <a:t>Resume</a:t>
            </a:r>
          </a:p>
          <a:p>
            <a:r>
              <a:rPr lang="en-US" sz="2000" dirty="0">
                <a:solidFill>
                  <a:srgbClr val="003C71"/>
                </a:solidFill>
              </a:rPr>
              <a:t>Networking &amp; Communicating with Mangers</a:t>
            </a:r>
          </a:p>
          <a:p>
            <a:r>
              <a:rPr lang="en-US" sz="2000" dirty="0">
                <a:solidFill>
                  <a:srgbClr val="003C71"/>
                </a:solidFill>
              </a:rPr>
              <a:t>Interview Preparation</a:t>
            </a:r>
          </a:p>
          <a:p>
            <a:endParaRPr lang="en-US" sz="2000" dirty="0">
              <a:solidFill>
                <a:srgbClr val="003C71"/>
              </a:solidFill>
            </a:endParaRPr>
          </a:p>
          <a:p>
            <a:endParaRPr lang="en-US" sz="2000" dirty="0">
              <a:solidFill>
                <a:srgbClr val="003C71"/>
              </a:solidFill>
            </a:endParaRPr>
          </a:p>
        </p:txBody>
      </p:sp>
    </p:spTree>
    <p:extLst>
      <p:ext uri="{BB962C8B-B14F-4D97-AF65-F5344CB8AC3E}">
        <p14:creationId xmlns:p14="http://schemas.microsoft.com/office/powerpoint/2010/main" val="4153455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648DA543-7556-4245-A154-AFCFE3153A92}"/>
              </a:ext>
            </a:extLst>
          </p:cNvPr>
          <p:cNvSpPr/>
          <p:nvPr/>
        </p:nvSpPr>
        <p:spPr>
          <a:xfrm>
            <a:off x="932727" y="1089259"/>
            <a:ext cx="1700257" cy="170025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31149E08-5BD2-4B6D-884A-94E4B4BB4E84}"/>
              </a:ext>
            </a:extLst>
          </p:cNvPr>
          <p:cNvSpPr/>
          <p:nvPr/>
        </p:nvSpPr>
        <p:spPr>
          <a:xfrm>
            <a:off x="2988808" y="1089259"/>
            <a:ext cx="1700257" cy="170025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FDAEF3E6-95FD-4F75-B0FA-085A2A62AABC}"/>
              </a:ext>
            </a:extLst>
          </p:cNvPr>
          <p:cNvSpPr/>
          <p:nvPr/>
        </p:nvSpPr>
        <p:spPr>
          <a:xfrm>
            <a:off x="5044889" y="1089259"/>
            <a:ext cx="1700257" cy="170025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3171A253-C5A5-4D8B-89CB-DAD3C0D68277}"/>
              </a:ext>
            </a:extLst>
          </p:cNvPr>
          <p:cNvSpPr/>
          <p:nvPr/>
        </p:nvSpPr>
        <p:spPr>
          <a:xfrm>
            <a:off x="7100970" y="1089259"/>
            <a:ext cx="1700257" cy="170025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500E48AD-8E6B-41FC-8B9C-0C2867766E46}"/>
              </a:ext>
            </a:extLst>
          </p:cNvPr>
          <p:cNvSpPr/>
          <p:nvPr/>
        </p:nvSpPr>
        <p:spPr>
          <a:xfrm>
            <a:off x="9157051" y="1089259"/>
            <a:ext cx="1700257" cy="170025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 Placeholder 1">
            <a:extLst>
              <a:ext uri="{FF2B5EF4-FFF2-40B4-BE49-F238E27FC236}">
                <a16:creationId xmlns:a16="http://schemas.microsoft.com/office/drawing/2014/main" id="{849110A0-1009-408E-8441-D6464FE9446D}"/>
              </a:ext>
            </a:extLst>
          </p:cNvPr>
          <p:cNvSpPr txBox="1">
            <a:spLocks/>
          </p:cNvSpPr>
          <p:nvPr/>
        </p:nvSpPr>
        <p:spPr>
          <a:xfrm>
            <a:off x="731628" y="42446"/>
            <a:ext cx="6791325" cy="4572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bg2"/>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accent2"/>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b="1" kern="1200">
                <a:solidFill>
                  <a:schemeClr val="accent2"/>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400" b="1" kern="1200">
                <a:solidFill>
                  <a:schemeClr val="accent2"/>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400" b="1" kern="1200">
                <a:solidFill>
                  <a:schemeClr val="accent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a:latin typeface="IntelOne Display Regular" panose="020B0503020203020204" pitchFamily="34" charset="0"/>
            </a:endParaRPr>
          </a:p>
        </p:txBody>
      </p:sp>
      <p:sp>
        <p:nvSpPr>
          <p:cNvPr id="5" name="Title 4">
            <a:extLst>
              <a:ext uri="{FF2B5EF4-FFF2-40B4-BE49-F238E27FC236}">
                <a16:creationId xmlns:a16="http://schemas.microsoft.com/office/drawing/2014/main" id="{660BE724-9B2F-4D90-9DDC-40CD1569F142}"/>
              </a:ext>
            </a:extLst>
          </p:cNvPr>
          <p:cNvSpPr>
            <a:spLocks noGrp="1"/>
          </p:cNvSpPr>
          <p:nvPr>
            <p:ph type="title"/>
          </p:nvPr>
        </p:nvSpPr>
        <p:spPr/>
        <p:txBody>
          <a:bodyPr/>
          <a:lstStyle/>
          <a:p>
            <a:r>
              <a:rPr lang="en-US" dirty="0"/>
              <a:t>Course Commitments</a:t>
            </a:r>
          </a:p>
        </p:txBody>
      </p:sp>
      <p:sp>
        <p:nvSpPr>
          <p:cNvPr id="43" name="TextBox 42">
            <a:extLst>
              <a:ext uri="{FF2B5EF4-FFF2-40B4-BE49-F238E27FC236}">
                <a16:creationId xmlns:a16="http://schemas.microsoft.com/office/drawing/2014/main" id="{1614502B-16B3-453E-87F5-5A4C4823B3C7}"/>
              </a:ext>
            </a:extLst>
          </p:cNvPr>
          <p:cNvSpPr txBox="1"/>
          <p:nvPr/>
        </p:nvSpPr>
        <p:spPr>
          <a:xfrm>
            <a:off x="1088713" y="2988273"/>
            <a:ext cx="1332416" cy="584774"/>
          </a:xfrm>
          <a:prstGeom prst="rect">
            <a:avLst/>
          </a:prstGeom>
          <a:noFill/>
        </p:spPr>
        <p:txBody>
          <a:bodyPr wrap="none" rtlCol="0">
            <a:spAutoFit/>
          </a:bodyPr>
          <a:lstStyle/>
          <a:p>
            <a:pPr algn="ctr"/>
            <a:r>
              <a:rPr lang="en-US" sz="1600">
                <a:solidFill>
                  <a:schemeClr val="tx1">
                    <a:lumMod val="50000"/>
                  </a:schemeClr>
                </a:solidFill>
              </a:rPr>
              <a:t>Respect the</a:t>
            </a:r>
          </a:p>
          <a:p>
            <a:pPr algn="ctr"/>
            <a:r>
              <a:rPr lang="en-US" sz="1600">
                <a:solidFill>
                  <a:schemeClr val="tx1">
                    <a:lumMod val="50000"/>
                  </a:schemeClr>
                </a:solidFill>
              </a:rPr>
              <a:t>Class</a:t>
            </a:r>
          </a:p>
        </p:txBody>
      </p:sp>
      <p:sp>
        <p:nvSpPr>
          <p:cNvPr id="44" name="TextBox 43">
            <a:extLst>
              <a:ext uri="{FF2B5EF4-FFF2-40B4-BE49-F238E27FC236}">
                <a16:creationId xmlns:a16="http://schemas.microsoft.com/office/drawing/2014/main" id="{2AC169BB-47B5-494E-979D-B2F149CB6732}"/>
              </a:ext>
            </a:extLst>
          </p:cNvPr>
          <p:cNvSpPr txBox="1"/>
          <p:nvPr/>
        </p:nvSpPr>
        <p:spPr>
          <a:xfrm>
            <a:off x="5015642" y="2988273"/>
            <a:ext cx="1813316" cy="584774"/>
          </a:xfrm>
          <a:prstGeom prst="rect">
            <a:avLst/>
          </a:prstGeom>
          <a:noFill/>
        </p:spPr>
        <p:txBody>
          <a:bodyPr wrap="none" rtlCol="0">
            <a:spAutoFit/>
          </a:bodyPr>
          <a:lstStyle/>
          <a:p>
            <a:pPr algn="ctr"/>
            <a:r>
              <a:rPr lang="en-US" sz="1600">
                <a:solidFill>
                  <a:schemeClr val="tx1">
                    <a:lumMod val="50000"/>
                  </a:schemeClr>
                </a:solidFill>
              </a:rPr>
              <a:t>Be Generous and</a:t>
            </a:r>
          </a:p>
          <a:p>
            <a:pPr algn="ctr"/>
            <a:r>
              <a:rPr lang="en-US" sz="1600">
                <a:solidFill>
                  <a:schemeClr val="tx1">
                    <a:lumMod val="50000"/>
                  </a:schemeClr>
                </a:solidFill>
              </a:rPr>
              <a:t>Concise</a:t>
            </a:r>
          </a:p>
        </p:txBody>
      </p:sp>
      <p:sp>
        <p:nvSpPr>
          <p:cNvPr id="45" name="TextBox 44">
            <a:extLst>
              <a:ext uri="{FF2B5EF4-FFF2-40B4-BE49-F238E27FC236}">
                <a16:creationId xmlns:a16="http://schemas.microsoft.com/office/drawing/2014/main" id="{D1F29446-7189-47C1-A859-E99D3474689F}"/>
              </a:ext>
            </a:extLst>
          </p:cNvPr>
          <p:cNvSpPr txBox="1"/>
          <p:nvPr/>
        </p:nvSpPr>
        <p:spPr>
          <a:xfrm>
            <a:off x="9157051" y="2988273"/>
            <a:ext cx="1699707" cy="338553"/>
          </a:xfrm>
          <a:prstGeom prst="rect">
            <a:avLst/>
          </a:prstGeom>
          <a:noFill/>
        </p:spPr>
        <p:txBody>
          <a:bodyPr wrap="square" rtlCol="0">
            <a:spAutoFit/>
          </a:bodyPr>
          <a:lstStyle/>
          <a:p>
            <a:pPr algn="ctr"/>
            <a:r>
              <a:rPr lang="en-US" sz="1600">
                <a:solidFill>
                  <a:schemeClr val="tx1">
                    <a:lumMod val="50000"/>
                  </a:schemeClr>
                </a:solidFill>
              </a:rPr>
              <a:t>Have Fun</a:t>
            </a:r>
          </a:p>
        </p:txBody>
      </p:sp>
      <p:sp>
        <p:nvSpPr>
          <p:cNvPr id="46" name="TextBox 45">
            <a:extLst>
              <a:ext uri="{FF2B5EF4-FFF2-40B4-BE49-F238E27FC236}">
                <a16:creationId xmlns:a16="http://schemas.microsoft.com/office/drawing/2014/main" id="{983A4280-4F8E-4F8E-B677-D6A155C5E185}"/>
              </a:ext>
            </a:extLst>
          </p:cNvPr>
          <p:cNvSpPr txBox="1"/>
          <p:nvPr/>
        </p:nvSpPr>
        <p:spPr>
          <a:xfrm>
            <a:off x="3422756" y="2988273"/>
            <a:ext cx="922047" cy="338553"/>
          </a:xfrm>
          <a:prstGeom prst="rect">
            <a:avLst/>
          </a:prstGeom>
          <a:noFill/>
        </p:spPr>
        <p:txBody>
          <a:bodyPr wrap="none" rtlCol="0">
            <a:spAutoFit/>
          </a:bodyPr>
          <a:lstStyle/>
          <a:p>
            <a:pPr algn="ctr"/>
            <a:r>
              <a:rPr lang="en-US" sz="1600">
                <a:solidFill>
                  <a:schemeClr val="tx1">
                    <a:lumMod val="50000"/>
                  </a:schemeClr>
                </a:solidFill>
              </a:rPr>
              <a:t>Engage</a:t>
            </a:r>
          </a:p>
        </p:txBody>
      </p:sp>
      <p:sp>
        <p:nvSpPr>
          <p:cNvPr id="48" name="TextBox 47">
            <a:extLst>
              <a:ext uri="{FF2B5EF4-FFF2-40B4-BE49-F238E27FC236}">
                <a16:creationId xmlns:a16="http://schemas.microsoft.com/office/drawing/2014/main" id="{9B3422E0-F840-40C5-BEBE-CC92FAE5F6B9}"/>
              </a:ext>
            </a:extLst>
          </p:cNvPr>
          <p:cNvSpPr txBox="1"/>
          <p:nvPr/>
        </p:nvSpPr>
        <p:spPr>
          <a:xfrm>
            <a:off x="7154937" y="2988273"/>
            <a:ext cx="1582483" cy="338553"/>
          </a:xfrm>
          <a:prstGeom prst="rect">
            <a:avLst/>
          </a:prstGeom>
          <a:noFill/>
        </p:spPr>
        <p:txBody>
          <a:bodyPr wrap="none" rtlCol="0">
            <a:spAutoFit/>
          </a:bodyPr>
          <a:lstStyle/>
          <a:p>
            <a:pPr algn="ctr"/>
            <a:r>
              <a:rPr lang="en-US" sz="1600">
                <a:solidFill>
                  <a:schemeClr val="tx1">
                    <a:lumMod val="50000"/>
                  </a:schemeClr>
                </a:solidFill>
              </a:rPr>
              <a:t>Be Committed</a:t>
            </a:r>
          </a:p>
        </p:txBody>
      </p:sp>
      <p:pic>
        <p:nvPicPr>
          <p:cNvPr id="4" name="Picture 3" descr="Icon&#10;&#10;Description automatically generated">
            <a:extLst>
              <a:ext uri="{FF2B5EF4-FFF2-40B4-BE49-F238E27FC236}">
                <a16:creationId xmlns:a16="http://schemas.microsoft.com/office/drawing/2014/main" id="{287B4559-77B8-4E73-8821-E08FA12C07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61726" y="1634441"/>
            <a:ext cx="779166" cy="786586"/>
          </a:xfrm>
          <a:prstGeom prst="rect">
            <a:avLst/>
          </a:prstGeom>
        </p:spPr>
      </p:pic>
      <p:pic>
        <p:nvPicPr>
          <p:cNvPr id="7" name="Picture 6" descr="Icon&#10;&#10;Description automatically generated">
            <a:extLst>
              <a:ext uri="{FF2B5EF4-FFF2-40B4-BE49-F238E27FC236}">
                <a16:creationId xmlns:a16="http://schemas.microsoft.com/office/drawing/2014/main" id="{7C6A94CD-8B20-417D-B7FC-46444ECB4A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39680" y="1534511"/>
            <a:ext cx="934998" cy="811321"/>
          </a:xfrm>
          <a:prstGeom prst="rect">
            <a:avLst/>
          </a:prstGeom>
        </p:spPr>
      </p:pic>
      <p:pic>
        <p:nvPicPr>
          <p:cNvPr id="9" name="Picture 8" descr="A picture containing logo&#10;&#10;Description automatically generated">
            <a:extLst>
              <a:ext uri="{FF2B5EF4-FFF2-40B4-BE49-F238E27FC236}">
                <a16:creationId xmlns:a16="http://schemas.microsoft.com/office/drawing/2014/main" id="{E0C1B389-A856-41E1-BA82-64F133F6530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04094" y="1456161"/>
            <a:ext cx="1036413" cy="902842"/>
          </a:xfrm>
          <a:prstGeom prst="rect">
            <a:avLst/>
          </a:prstGeom>
        </p:spPr>
      </p:pic>
      <p:pic>
        <p:nvPicPr>
          <p:cNvPr id="11" name="Picture 10" descr="Logo, company name&#10;&#10;Description automatically generated">
            <a:extLst>
              <a:ext uri="{FF2B5EF4-FFF2-40B4-BE49-F238E27FC236}">
                <a16:creationId xmlns:a16="http://schemas.microsoft.com/office/drawing/2014/main" id="{92AF83A6-5260-445B-A282-468D063E62A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69435" y="1503309"/>
            <a:ext cx="930051" cy="895422"/>
          </a:xfrm>
          <a:prstGeom prst="rect">
            <a:avLst/>
          </a:prstGeom>
        </p:spPr>
      </p:pic>
      <p:pic>
        <p:nvPicPr>
          <p:cNvPr id="13" name="Picture 12" descr="Icon&#10;&#10;Description automatically generated">
            <a:extLst>
              <a:ext uri="{FF2B5EF4-FFF2-40B4-BE49-F238E27FC236}">
                <a16:creationId xmlns:a16="http://schemas.microsoft.com/office/drawing/2014/main" id="{BA174016-06FC-4223-94BF-12AE784807D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59696" y="1787649"/>
            <a:ext cx="1286241" cy="474920"/>
          </a:xfrm>
          <a:prstGeom prst="rect">
            <a:avLst/>
          </a:prstGeom>
        </p:spPr>
      </p:pic>
      <p:sp>
        <p:nvSpPr>
          <p:cNvPr id="19" name="Title 4">
            <a:extLst>
              <a:ext uri="{FF2B5EF4-FFF2-40B4-BE49-F238E27FC236}">
                <a16:creationId xmlns:a16="http://schemas.microsoft.com/office/drawing/2014/main" id="{E1B0F936-B9CF-4590-9B76-50B0BBA32166}"/>
              </a:ext>
            </a:extLst>
          </p:cNvPr>
          <p:cNvSpPr txBox="1">
            <a:spLocks/>
          </p:cNvSpPr>
          <p:nvPr/>
        </p:nvSpPr>
        <p:spPr>
          <a:xfrm>
            <a:off x="435900" y="3848836"/>
            <a:ext cx="10972800" cy="584774"/>
          </a:xfrm>
          <a:prstGeom prst="rect">
            <a:avLst/>
          </a:prstGeom>
        </p:spPr>
        <p:txBody>
          <a:bodyPr vert="horz" lIns="0" tIns="0" rIns="0" bIns="0" rtlCol="0" anchor="t" anchorCtr="0">
            <a:noAutofit/>
          </a:bodyPr>
          <a:lstStyle>
            <a:lvl1pPr algn="l" defTabSz="609585" rtl="0" eaLnBrk="1" latinLnBrk="0" hangingPunct="1">
              <a:lnSpc>
                <a:spcPct val="100000"/>
              </a:lnSpc>
              <a:spcBef>
                <a:spcPct val="0"/>
              </a:spcBef>
              <a:buNone/>
              <a:defRPr sz="3733" b="0" i="0" kern="1200" spc="0" baseline="0">
                <a:solidFill>
                  <a:srgbClr val="003C71"/>
                </a:solidFill>
                <a:latin typeface="Intel Clear"/>
                <a:ea typeface="Intel Clear"/>
                <a:cs typeface="Intel Clear"/>
              </a:defRPr>
            </a:lvl1pPr>
          </a:lstStyle>
          <a:p>
            <a:r>
              <a:rPr lang="en-US" dirty="0"/>
              <a:t>Why are we here today?</a:t>
            </a:r>
          </a:p>
          <a:p>
            <a:endParaRPr lang="en-US" dirty="0"/>
          </a:p>
        </p:txBody>
      </p:sp>
      <p:sp>
        <p:nvSpPr>
          <p:cNvPr id="2" name="TextBox 1">
            <a:extLst>
              <a:ext uri="{FF2B5EF4-FFF2-40B4-BE49-F238E27FC236}">
                <a16:creationId xmlns:a16="http://schemas.microsoft.com/office/drawing/2014/main" id="{2782EEB7-2A70-430C-8F72-D67CF1B79C80}"/>
              </a:ext>
            </a:extLst>
          </p:cNvPr>
          <p:cNvSpPr txBox="1"/>
          <p:nvPr/>
        </p:nvSpPr>
        <p:spPr>
          <a:xfrm>
            <a:off x="529663" y="4553659"/>
            <a:ext cx="9809292" cy="1361872"/>
          </a:xfrm>
          <a:prstGeom prst="rect">
            <a:avLst/>
          </a:prstGeom>
          <a:noFill/>
        </p:spPr>
        <p:txBody>
          <a:bodyPr vert="horz" wrap="square" lIns="0" tIns="0" rIns="0" bIns="0" rtlCol="0">
            <a:noAutofit/>
          </a:bodyPr>
          <a:lstStyle/>
          <a:p>
            <a:r>
              <a:rPr lang="en-US" dirty="0">
                <a:solidFill>
                  <a:srgbClr val="003C71"/>
                </a:solidFill>
              </a:rPr>
              <a:t>PURPOSE: Share a few ideas that might be helpful in finding a new job</a:t>
            </a:r>
          </a:p>
          <a:p>
            <a:r>
              <a:rPr lang="en-US" dirty="0">
                <a:solidFill>
                  <a:srgbClr val="003C71"/>
                </a:solidFill>
              </a:rPr>
              <a:t>GOAL: 1-2 tactical / practical actions or strategies that will help you in your search</a:t>
            </a:r>
          </a:p>
          <a:p>
            <a:r>
              <a:rPr lang="en-US" dirty="0">
                <a:solidFill>
                  <a:srgbClr val="003C71"/>
                </a:solidFill>
              </a:rPr>
              <a:t>GROUND RULE: Keep it safe</a:t>
            </a:r>
          </a:p>
          <a:p>
            <a:r>
              <a:rPr lang="en-US" dirty="0">
                <a:solidFill>
                  <a:srgbClr val="003C71"/>
                </a:solidFill>
              </a:rPr>
              <a:t>OUT OF SCOPE</a:t>
            </a:r>
            <a:r>
              <a:rPr lang="en-US" sz="1100" dirty="0">
                <a:solidFill>
                  <a:srgbClr val="003C71"/>
                </a:solidFill>
              </a:rPr>
              <a:t>: </a:t>
            </a:r>
            <a:r>
              <a:rPr lang="en-US" dirty="0">
                <a:solidFill>
                  <a:srgbClr val="003C71"/>
                </a:solidFill>
              </a:rPr>
              <a:t>Going too deeply into one person’s unique situation</a:t>
            </a:r>
          </a:p>
        </p:txBody>
      </p:sp>
    </p:spTree>
    <p:custDataLst>
      <p:tags r:id="rId1"/>
    </p:custDataLst>
    <p:extLst>
      <p:ext uri="{BB962C8B-B14F-4D97-AF65-F5344CB8AC3E}">
        <p14:creationId xmlns:p14="http://schemas.microsoft.com/office/powerpoint/2010/main" val="284675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ctrTitle"/>
          </p:nvPr>
        </p:nvSpPr>
        <p:spPr/>
        <p:txBody>
          <a:bodyPr>
            <a:noAutofit/>
          </a:bodyPr>
          <a:lstStyle/>
          <a:p>
            <a:r>
              <a:rPr lang="en-US" sz="7200" dirty="0"/>
              <a:t>PERSONAL BRANDING</a:t>
            </a:r>
          </a:p>
        </p:txBody>
      </p:sp>
      <p:sp>
        <p:nvSpPr>
          <p:cNvPr id="2" name="Subtitle 1"/>
          <p:cNvSpPr>
            <a:spLocks noGrp="1"/>
          </p:cNvSpPr>
          <p:nvPr>
            <p:ph type="subTitle" idx="1"/>
          </p:nvPr>
        </p:nvSpPr>
        <p:spPr/>
        <p:txBody>
          <a:bodyPr/>
          <a:lstStyle/>
          <a:p>
            <a:r>
              <a:rPr lang="en-US" dirty="0"/>
              <a:t>Jumpstart 1</a:t>
            </a:r>
          </a:p>
        </p:txBody>
      </p:sp>
      <p:sp>
        <p:nvSpPr>
          <p:cNvPr id="3" name="Rectangle 2"/>
          <p:cNvSpPr/>
          <p:nvPr/>
        </p:nvSpPr>
        <p:spPr>
          <a:xfrm>
            <a:off x="5602013" y="0"/>
            <a:ext cx="661344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p:cNvSpPr txBox="1"/>
          <p:nvPr/>
        </p:nvSpPr>
        <p:spPr>
          <a:xfrm>
            <a:off x="6318119" y="1462161"/>
            <a:ext cx="5459296" cy="3791059"/>
          </a:xfrm>
          <a:prstGeom prst="rect">
            <a:avLst/>
          </a:prstGeom>
          <a:noFill/>
        </p:spPr>
        <p:txBody>
          <a:bodyPr vert="horz" wrap="square" lIns="0" tIns="0" rIns="0" bIns="0" rtlCol="0">
            <a:noAutofit/>
          </a:bodyPr>
          <a:lstStyle/>
          <a:p>
            <a:pPr marL="171450" indent="-171450">
              <a:buFont typeface="Arial" panose="020B0604020202020204" pitchFamily="34" charset="0"/>
              <a:buChar char="•"/>
            </a:pPr>
            <a:r>
              <a:rPr lang="en-US" sz="2400" dirty="0">
                <a:solidFill>
                  <a:srgbClr val="003C71"/>
                </a:solidFill>
              </a:rPr>
              <a:t>Personal branding impacts all other areas of your job search including your resume, elevator pitch, LinkedIn.</a:t>
            </a:r>
          </a:p>
          <a:p>
            <a:pPr marL="171450" indent="-171450">
              <a:buFont typeface="Arial" panose="020B0604020202020204" pitchFamily="34" charset="0"/>
              <a:buChar char="•"/>
            </a:pPr>
            <a:endParaRPr lang="en-US" sz="2400" dirty="0">
              <a:solidFill>
                <a:srgbClr val="003C71"/>
              </a:solidFill>
            </a:endParaRPr>
          </a:p>
          <a:p>
            <a:pPr marL="171450" indent="-171450">
              <a:buFont typeface="Arial" panose="020B0604020202020204" pitchFamily="34" charset="0"/>
              <a:buChar char="•"/>
            </a:pPr>
            <a:r>
              <a:rPr lang="en-US" sz="2400" dirty="0">
                <a:solidFill>
                  <a:srgbClr val="003C71"/>
                </a:solidFill>
              </a:rPr>
              <a:t>Take some time to know your values, top skills and career goals.</a:t>
            </a:r>
          </a:p>
          <a:p>
            <a:pPr marL="171450" indent="-171450">
              <a:buFont typeface="Arial" panose="020B0604020202020204" pitchFamily="34" charset="0"/>
              <a:buChar char="•"/>
            </a:pPr>
            <a:endParaRPr lang="en-US" sz="2400" dirty="0">
              <a:solidFill>
                <a:srgbClr val="003C71"/>
              </a:solidFill>
            </a:endParaRPr>
          </a:p>
          <a:p>
            <a:pPr marL="171450" indent="-171450">
              <a:buFont typeface="Arial" panose="020B0604020202020204" pitchFamily="34" charset="0"/>
              <a:buChar char="•"/>
            </a:pPr>
            <a:r>
              <a:rPr lang="en-US" sz="2400" dirty="0">
                <a:solidFill>
                  <a:srgbClr val="003C71"/>
                </a:solidFill>
              </a:rPr>
              <a:t>There are several tools available that can help you build your brand.</a:t>
            </a:r>
          </a:p>
          <a:p>
            <a:pPr marL="171450" indent="-171450">
              <a:buFont typeface="Arial" panose="020B0604020202020204" pitchFamily="34" charset="0"/>
              <a:buChar char="•"/>
            </a:pPr>
            <a:endParaRPr lang="en-US" sz="2400" dirty="0">
              <a:solidFill>
                <a:srgbClr val="003C71"/>
              </a:solidFill>
            </a:endParaRPr>
          </a:p>
          <a:p>
            <a:pPr marL="171450" indent="-171450">
              <a:buFont typeface="Arial" panose="020B0604020202020204" pitchFamily="34" charset="0"/>
              <a:buChar char="•"/>
            </a:pPr>
            <a:endParaRPr lang="en-US" sz="2800" dirty="0">
              <a:solidFill>
                <a:srgbClr val="003C71"/>
              </a:solidFill>
            </a:endParaRPr>
          </a:p>
          <a:p>
            <a:pPr marL="171450" indent="-171450">
              <a:buFont typeface="Arial" panose="020B0604020202020204" pitchFamily="34" charset="0"/>
              <a:buChar char="•"/>
            </a:pPr>
            <a:endParaRPr lang="en-US" sz="2800" dirty="0">
              <a:solidFill>
                <a:srgbClr val="003C71"/>
              </a:solidFill>
            </a:endParaRPr>
          </a:p>
          <a:p>
            <a:pPr marL="171450" indent="-171450">
              <a:buFont typeface="Arial" panose="020B0604020202020204" pitchFamily="34" charset="0"/>
              <a:buChar char="•"/>
            </a:pPr>
            <a:endParaRPr lang="en-US" sz="1100" dirty="0">
              <a:solidFill>
                <a:srgbClr val="003C71"/>
              </a:solidFill>
            </a:endParaRPr>
          </a:p>
        </p:txBody>
      </p:sp>
      <p:sp>
        <p:nvSpPr>
          <p:cNvPr id="7" name="TextBox 6"/>
          <p:cNvSpPr txBox="1"/>
          <p:nvPr/>
        </p:nvSpPr>
        <p:spPr>
          <a:xfrm>
            <a:off x="7119340" y="343327"/>
            <a:ext cx="3457535" cy="1039860"/>
          </a:xfrm>
          <a:prstGeom prst="rect">
            <a:avLst/>
          </a:prstGeom>
          <a:noFill/>
        </p:spPr>
        <p:txBody>
          <a:bodyPr vert="horz" wrap="square" lIns="0" tIns="0" rIns="0" bIns="0" rtlCol="0">
            <a:noAutofit/>
          </a:bodyPr>
          <a:lstStyle/>
          <a:p>
            <a:pPr defTabSz="609585">
              <a:lnSpc>
                <a:spcPct val="80000"/>
              </a:lnSpc>
              <a:spcBef>
                <a:spcPct val="0"/>
              </a:spcBef>
            </a:pPr>
            <a:r>
              <a:rPr lang="en-US" sz="8800" dirty="0">
                <a:solidFill>
                  <a:schemeClr val="accent3"/>
                </a:solidFill>
                <a:latin typeface="Intel Clear Pro" panose="020B0804020202060201" pitchFamily="34" charset="0"/>
                <a:ea typeface="Intel Clear"/>
                <a:cs typeface="Intel Clear Pro" panose="020B0804020202060201" pitchFamily="34" charset="0"/>
              </a:rPr>
              <a:t>Takeaways</a:t>
            </a:r>
          </a:p>
        </p:txBody>
      </p:sp>
      <p:cxnSp>
        <p:nvCxnSpPr>
          <p:cNvPr id="8" name="Straight Connector 7"/>
          <p:cNvCxnSpPr/>
          <p:nvPr/>
        </p:nvCxnSpPr>
        <p:spPr>
          <a:xfrm>
            <a:off x="4760421" y="5396032"/>
            <a:ext cx="4430598" cy="0"/>
          </a:xfrm>
          <a:prstGeom prst="line">
            <a:avLst/>
          </a:prstGeom>
          <a:ln w="76200">
            <a:solidFill>
              <a:schemeClr val="tx2"/>
            </a:solidFill>
          </a:ln>
          <a:effectLst/>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195843592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solidFill>
                  <a:prstClr val="white"/>
                </a:solidFill>
              </a:rPr>
              <a:pPr/>
              <a:t>5</a:t>
            </a:fld>
            <a:endParaRPr lang="en-US" dirty="0">
              <a:solidFill>
                <a:prstClr val="white"/>
              </a:solidFill>
            </a:endParaRPr>
          </a:p>
        </p:txBody>
      </p:sp>
      <p:pic>
        <p:nvPicPr>
          <p:cNvPr id="6" name="Content Placeholder 5"/>
          <p:cNvPicPr>
            <a:picLocks noGrp="1" noChangeAspect="1"/>
          </p:cNvPicPr>
          <p:nvPr>
            <p:ph sz="half" idx="1"/>
          </p:nvPr>
        </p:nvPicPr>
        <p:blipFill>
          <a:blip r:embed="rId4">
            <a:extLst>
              <a:ext uri="{28A0092B-C50C-407E-A947-70E740481C1C}">
                <a14:useLocalDpi xmlns:a14="http://schemas.microsoft.com/office/drawing/2010/main" val="0"/>
              </a:ext>
            </a:extLst>
          </a:blip>
          <a:stretch>
            <a:fillRect/>
          </a:stretch>
        </p:blipFill>
        <p:spPr>
          <a:xfrm>
            <a:off x="4016455" y="840422"/>
            <a:ext cx="3924776" cy="4905971"/>
          </a:xfrm>
          <a:prstGeom prst="rect">
            <a:avLst/>
          </a:prstGeom>
          <a:ln>
            <a:noFill/>
          </a:ln>
          <a:effectLst>
            <a:outerShdw blurRad="292100" dist="139700" dir="2700000" algn="tl" rotWithShape="0">
              <a:srgbClr val="333333">
                <a:alpha val="65000"/>
              </a:srgbClr>
            </a:outerShdw>
          </a:effectLst>
        </p:spPr>
      </p:pic>
      <p:sp>
        <p:nvSpPr>
          <p:cNvPr id="5" name="Title 4"/>
          <p:cNvSpPr>
            <a:spLocks noGrp="1"/>
          </p:cNvSpPr>
          <p:nvPr>
            <p:ph type="title"/>
          </p:nvPr>
        </p:nvSpPr>
        <p:spPr/>
        <p:txBody>
          <a:bodyPr/>
          <a:lstStyle/>
          <a:p>
            <a:r>
              <a:rPr lang="en-US" dirty="0"/>
              <a:t>Oprah Winfrey</a:t>
            </a:r>
          </a:p>
        </p:txBody>
      </p:sp>
      <p:sp>
        <p:nvSpPr>
          <p:cNvPr id="3" name="TextBox 2"/>
          <p:cNvSpPr txBox="1"/>
          <p:nvPr/>
        </p:nvSpPr>
        <p:spPr>
          <a:xfrm>
            <a:off x="2609850" y="5905500"/>
            <a:ext cx="8591550" cy="200025"/>
          </a:xfrm>
          <a:prstGeom prst="rect">
            <a:avLst/>
          </a:prstGeom>
          <a:noFill/>
        </p:spPr>
        <p:txBody>
          <a:bodyPr vert="horz" wrap="square" lIns="0" tIns="0" rIns="0" bIns="0" rtlCol="0">
            <a:noAutofit/>
          </a:bodyPr>
          <a:lstStyle/>
          <a:p>
            <a:r>
              <a:rPr lang="en-US" sz="1600" b="1" dirty="0"/>
              <a:t>"Align your personality with your purpose, and no one can touch you.“ - Oprah</a:t>
            </a:r>
          </a:p>
          <a:p>
            <a:endParaRPr lang="en-US" sz="1100" dirty="0">
              <a:solidFill>
                <a:srgbClr val="003C71"/>
              </a:solidFill>
            </a:endParaRPr>
          </a:p>
        </p:txBody>
      </p:sp>
    </p:spTree>
    <p:custDataLst>
      <p:tags r:id="rId1"/>
    </p:custDataLst>
    <p:extLst>
      <p:ext uri="{BB962C8B-B14F-4D97-AF65-F5344CB8AC3E}">
        <p14:creationId xmlns:p14="http://schemas.microsoft.com/office/powerpoint/2010/main" val="3341157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solidFill>
                  <a:prstClr val="white"/>
                </a:solidFill>
              </a:rPr>
              <a:pPr/>
              <a:t>6</a:t>
            </a:fld>
            <a:endParaRPr lang="en-US" dirty="0">
              <a:solidFill>
                <a:prstClr val="white"/>
              </a:solidFill>
            </a:endParaRPr>
          </a:p>
        </p:txBody>
      </p:sp>
      <p:sp>
        <p:nvSpPr>
          <p:cNvPr id="10" name="Title 9"/>
          <p:cNvSpPr>
            <a:spLocks noGrp="1"/>
          </p:cNvSpPr>
          <p:nvPr>
            <p:ph type="title"/>
          </p:nvPr>
        </p:nvSpPr>
        <p:spPr>
          <a:xfrm>
            <a:off x="389770" y="2615066"/>
            <a:ext cx="10972800" cy="1158240"/>
          </a:xfrm>
        </p:spPr>
        <p:txBody>
          <a:bodyPr/>
          <a:lstStyle/>
          <a:p>
            <a:pPr algn="ctr"/>
            <a:r>
              <a:rPr lang="en-US" sz="6000" dirty="0"/>
              <a:t>What do people think of when they think of </a:t>
            </a:r>
            <a:r>
              <a:rPr lang="en-US" sz="6000" u="sng" dirty="0"/>
              <a:t>you</a:t>
            </a:r>
            <a:r>
              <a:rPr lang="en-US" sz="6000" dirty="0"/>
              <a:t>?</a:t>
            </a:r>
          </a:p>
        </p:txBody>
      </p:sp>
    </p:spTree>
    <p:custDataLst>
      <p:tags r:id="rId1"/>
    </p:custDataLst>
    <p:extLst>
      <p:ext uri="{BB962C8B-B14F-4D97-AF65-F5344CB8AC3E}">
        <p14:creationId xmlns:p14="http://schemas.microsoft.com/office/powerpoint/2010/main" val="875020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4"/>
          <a:stretch>
            <a:fillRect/>
          </a:stretch>
        </p:blipFill>
        <p:spPr>
          <a:xfrm>
            <a:off x="9637595" y="3016534"/>
            <a:ext cx="2554405" cy="3155666"/>
          </a:xfrm>
          <a:prstGeom prst="rect">
            <a:avLst/>
          </a:prstGeom>
        </p:spPr>
      </p:pic>
      <p:sp>
        <p:nvSpPr>
          <p:cNvPr id="5" name="Content Placeholder 4"/>
          <p:cNvSpPr>
            <a:spLocks noGrp="1"/>
          </p:cNvSpPr>
          <p:nvPr>
            <p:ph sz="half" idx="1"/>
          </p:nvPr>
        </p:nvSpPr>
        <p:spPr>
          <a:xfrm>
            <a:off x="490257" y="2876106"/>
            <a:ext cx="5342468" cy="3197772"/>
          </a:xfrm>
        </p:spPr>
        <p:txBody>
          <a:bodyPr/>
          <a:lstStyle/>
          <a:p>
            <a:r>
              <a:rPr lang="en-US" dirty="0"/>
              <a:t>A personal brand is:</a:t>
            </a:r>
          </a:p>
          <a:p>
            <a:pPr marL="342900" indent="-342900">
              <a:buFont typeface="Arial" panose="020B0604020202020204" pitchFamily="34" charset="0"/>
              <a:buChar char="•"/>
            </a:pPr>
            <a:r>
              <a:rPr lang="en-US" dirty="0"/>
              <a:t>Authentic </a:t>
            </a:r>
          </a:p>
          <a:p>
            <a:pPr marL="342900" indent="-342900">
              <a:buFont typeface="Arial" panose="020B0604020202020204" pitchFamily="34" charset="0"/>
              <a:buChar char="•"/>
            </a:pPr>
            <a:r>
              <a:rPr lang="en-US" dirty="0"/>
              <a:t>Compelling</a:t>
            </a:r>
          </a:p>
          <a:p>
            <a:pPr marL="342900" indent="-342900">
              <a:buFont typeface="Arial" panose="020B0604020202020204" pitchFamily="34" charset="0"/>
              <a:buChar char="•"/>
            </a:pPr>
            <a:r>
              <a:rPr lang="en-US" dirty="0"/>
              <a:t>Targeted </a:t>
            </a:r>
          </a:p>
        </p:txBody>
      </p:sp>
      <p:sp>
        <p:nvSpPr>
          <p:cNvPr id="2" name="Content Placeholder 1"/>
          <p:cNvSpPr>
            <a:spLocks noGrp="1"/>
          </p:cNvSpPr>
          <p:nvPr>
            <p:ph sz="half" idx="13"/>
          </p:nvPr>
        </p:nvSpPr>
        <p:spPr>
          <a:xfrm>
            <a:off x="6237817" y="2974428"/>
            <a:ext cx="5340352" cy="3197772"/>
          </a:xfrm>
        </p:spPr>
        <p:txBody>
          <a:bodyPr/>
          <a:lstStyle/>
          <a:p>
            <a:pPr marL="342900" indent="-342900">
              <a:buFont typeface="Arial" panose="020B0604020202020204" pitchFamily="34" charset="0"/>
              <a:buChar char="•"/>
            </a:pPr>
            <a:r>
              <a:rPr lang="en-US" dirty="0"/>
              <a:t>Answers the questions:</a:t>
            </a:r>
          </a:p>
          <a:p>
            <a:pPr marL="643459" lvl="1" indent="-342900">
              <a:buFont typeface="Arial" panose="020B0604020202020204" pitchFamily="34" charset="0"/>
              <a:buChar char="•"/>
            </a:pPr>
            <a:r>
              <a:rPr lang="en-US" dirty="0"/>
              <a:t>Who are you?</a:t>
            </a:r>
          </a:p>
          <a:p>
            <a:pPr marL="643459" lvl="1" indent="-342900">
              <a:buFont typeface="Arial" panose="020B0604020202020204" pitchFamily="34" charset="0"/>
              <a:buChar char="•"/>
            </a:pPr>
            <a:r>
              <a:rPr lang="en-US" dirty="0"/>
              <a:t>What do you do best?</a:t>
            </a:r>
          </a:p>
          <a:p>
            <a:endParaRPr lang="en-US" dirty="0"/>
          </a:p>
        </p:txBody>
      </p:sp>
      <p:sp>
        <p:nvSpPr>
          <p:cNvPr id="4" name="Title 3"/>
          <p:cNvSpPr>
            <a:spLocks noGrp="1"/>
          </p:cNvSpPr>
          <p:nvPr>
            <p:ph type="title"/>
          </p:nvPr>
        </p:nvSpPr>
        <p:spPr/>
        <p:txBody>
          <a:bodyPr/>
          <a:lstStyle/>
          <a:p>
            <a:r>
              <a:rPr lang="en-US" dirty="0"/>
              <a:t>What is personal branding?</a:t>
            </a:r>
          </a:p>
        </p:txBody>
      </p:sp>
      <p:grpSp>
        <p:nvGrpSpPr>
          <p:cNvPr id="8" name="Group 7"/>
          <p:cNvGrpSpPr/>
          <p:nvPr/>
        </p:nvGrpSpPr>
        <p:grpSpPr>
          <a:xfrm>
            <a:off x="405352" y="1396742"/>
            <a:ext cx="10812544" cy="1231215"/>
            <a:chOff x="405352" y="1498590"/>
            <a:chExt cx="10812544" cy="1677971"/>
          </a:xfrm>
        </p:grpSpPr>
        <p:sp>
          <p:nvSpPr>
            <p:cNvPr id="3" name="Rounded Rectangle 2"/>
            <p:cNvSpPr/>
            <p:nvPr/>
          </p:nvSpPr>
          <p:spPr>
            <a:xfrm>
              <a:off x="405352" y="1498590"/>
              <a:ext cx="10812544" cy="1677971"/>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b="1" i="1" dirty="0"/>
                <a:t>“Personal branding is essentially the ongoing process of establishing a prescribed image or impression in the mind of others about an individual, group, or organization” </a:t>
              </a:r>
              <a:r>
                <a:rPr lang="en-US" dirty="0"/>
                <a:t> </a:t>
              </a:r>
              <a:endParaRPr lang="en-US" sz="1600" i="1" dirty="0"/>
            </a:p>
          </p:txBody>
        </p:sp>
        <p:sp>
          <p:nvSpPr>
            <p:cNvPr id="6" name="TextBox 5"/>
            <p:cNvSpPr txBox="1"/>
            <p:nvPr/>
          </p:nvSpPr>
          <p:spPr>
            <a:xfrm>
              <a:off x="8907993" y="2507525"/>
              <a:ext cx="1414020" cy="311085"/>
            </a:xfrm>
            <a:prstGeom prst="rect">
              <a:avLst/>
            </a:prstGeom>
            <a:noFill/>
          </p:spPr>
          <p:txBody>
            <a:bodyPr vert="horz" wrap="square" lIns="0" tIns="0" rIns="0" bIns="0" rtlCol="0">
              <a:noAutofit/>
            </a:bodyPr>
            <a:lstStyle/>
            <a:p>
              <a:r>
                <a:rPr lang="en-US" sz="1100" dirty="0">
                  <a:solidFill>
                    <a:srgbClr val="003C71"/>
                  </a:solidFill>
                </a:rPr>
                <a:t>Los Ellis, 2009</a:t>
              </a:r>
            </a:p>
          </p:txBody>
        </p:sp>
      </p:grpSp>
      <p:pic>
        <p:nvPicPr>
          <p:cNvPr id="10" name="Picture 9"/>
          <p:cNvPicPr>
            <a:picLocks noChangeAspect="1"/>
          </p:cNvPicPr>
          <p:nvPr/>
        </p:nvPicPr>
        <p:blipFill>
          <a:blip r:embed="rId5"/>
          <a:stretch>
            <a:fillRect/>
          </a:stretch>
        </p:blipFill>
        <p:spPr>
          <a:xfrm>
            <a:off x="3312854" y="3016534"/>
            <a:ext cx="2637099" cy="2214886"/>
          </a:xfrm>
          <a:prstGeom prst="rect">
            <a:avLst/>
          </a:prstGeom>
        </p:spPr>
      </p:pic>
    </p:spTree>
    <p:custDataLst>
      <p:tags r:id="rId1"/>
    </p:custDataLst>
    <p:extLst>
      <p:ext uri="{BB962C8B-B14F-4D97-AF65-F5344CB8AC3E}">
        <p14:creationId xmlns:p14="http://schemas.microsoft.com/office/powerpoint/2010/main" val="1314581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solidFill>
                  <a:prstClr val="white"/>
                </a:solidFill>
              </a:rPr>
              <a:pPr/>
              <a:t>8</a:t>
            </a:fld>
            <a:endParaRPr lang="en-US" dirty="0">
              <a:solidFill>
                <a:prstClr val="white"/>
              </a:solidFill>
            </a:endParaRPr>
          </a:p>
        </p:txBody>
      </p:sp>
      <p:sp>
        <p:nvSpPr>
          <p:cNvPr id="3" name="Title 2"/>
          <p:cNvSpPr>
            <a:spLocks noGrp="1"/>
          </p:cNvSpPr>
          <p:nvPr>
            <p:ph type="title"/>
          </p:nvPr>
        </p:nvSpPr>
        <p:spPr/>
        <p:txBody>
          <a:bodyPr/>
          <a:lstStyle/>
          <a:p>
            <a:r>
              <a:rPr lang="en-US" dirty="0"/>
              <a:t>Work worth doing	</a:t>
            </a:r>
          </a:p>
        </p:txBody>
      </p:sp>
      <p:sp>
        <p:nvSpPr>
          <p:cNvPr id="4" name="Content Placeholder 3"/>
          <p:cNvSpPr>
            <a:spLocks noGrp="1"/>
          </p:cNvSpPr>
          <p:nvPr>
            <p:ph sz="quarter" idx="13"/>
          </p:nvPr>
        </p:nvSpPr>
        <p:spPr/>
        <p:txBody>
          <a:bodyPr/>
          <a:lstStyle/>
          <a:p>
            <a:r>
              <a:rPr lang="en-US" dirty="0"/>
              <a:t>Branding affects all other areas of your job search:</a:t>
            </a:r>
          </a:p>
          <a:p>
            <a:pPr marL="643459" lvl="1" indent="-342900">
              <a:buFont typeface="Arial" panose="020B0604020202020204" pitchFamily="34" charset="0"/>
              <a:buChar char="•"/>
            </a:pPr>
            <a:endParaRPr lang="en-US" dirty="0"/>
          </a:p>
          <a:p>
            <a:pPr marL="643459" lvl="1" indent="-342900">
              <a:buFont typeface="Arial" panose="020B0604020202020204" pitchFamily="34" charset="0"/>
              <a:buChar char="•"/>
            </a:pPr>
            <a:r>
              <a:rPr lang="en-US" dirty="0"/>
              <a:t>Elevator Pitch (Personal Value Proposition) – what you tell others</a:t>
            </a:r>
          </a:p>
          <a:p>
            <a:pPr marL="643459" lvl="1" indent="-342900">
              <a:buFont typeface="Arial" panose="020B0604020202020204" pitchFamily="34" charset="0"/>
              <a:buChar char="•"/>
            </a:pPr>
            <a:r>
              <a:rPr lang="en-US" dirty="0"/>
              <a:t>Resume &amp; Linked In – thoughtful marketing materials</a:t>
            </a:r>
          </a:p>
          <a:p>
            <a:pPr marL="643459" lvl="1" indent="-342900">
              <a:buFont typeface="Arial" panose="020B0604020202020204" pitchFamily="34" charset="0"/>
              <a:buChar char="•"/>
            </a:pPr>
            <a:r>
              <a:rPr lang="en-US" dirty="0"/>
              <a:t>Networking – what others say about you</a:t>
            </a:r>
          </a:p>
          <a:p>
            <a:pPr marL="643459" lvl="1" indent="-342900">
              <a:buFont typeface="Arial" panose="020B0604020202020204" pitchFamily="34" charset="0"/>
              <a:buChar char="•"/>
            </a:pPr>
            <a:r>
              <a:rPr lang="en-US" dirty="0"/>
              <a:t>Interview – the stories you tell to demonstrate your strengths, why would you be good at this job?</a:t>
            </a:r>
          </a:p>
        </p:txBody>
      </p:sp>
    </p:spTree>
    <p:custDataLst>
      <p:tags r:id="rId1"/>
    </p:custDataLst>
    <p:extLst>
      <p:ext uri="{BB962C8B-B14F-4D97-AF65-F5344CB8AC3E}">
        <p14:creationId xmlns:p14="http://schemas.microsoft.com/office/powerpoint/2010/main" val="278177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solidFill>
                  <a:prstClr val="white"/>
                </a:solidFill>
              </a:rPr>
              <a:pPr/>
              <a:t>9</a:t>
            </a:fld>
            <a:endParaRPr lang="en-US" dirty="0">
              <a:solidFill>
                <a:prstClr val="white"/>
              </a:solidFill>
            </a:endParaRPr>
          </a:p>
        </p:txBody>
      </p:sp>
      <p:sp>
        <p:nvSpPr>
          <p:cNvPr id="3" name="Title 2"/>
          <p:cNvSpPr>
            <a:spLocks noGrp="1"/>
          </p:cNvSpPr>
          <p:nvPr>
            <p:ph type="title"/>
          </p:nvPr>
        </p:nvSpPr>
        <p:spPr/>
        <p:txBody>
          <a:bodyPr/>
          <a:lstStyle/>
          <a:p>
            <a:r>
              <a:rPr lang="en-US" dirty="0"/>
              <a:t>Evaluate yourself - Questions to answer</a:t>
            </a:r>
          </a:p>
        </p:txBody>
      </p:sp>
      <p:sp>
        <p:nvSpPr>
          <p:cNvPr id="4" name="Content Placeholder 3"/>
          <p:cNvSpPr>
            <a:spLocks noGrp="1"/>
          </p:cNvSpPr>
          <p:nvPr>
            <p:ph sz="quarter" idx="13"/>
          </p:nvPr>
        </p:nvSpPr>
        <p:spPr>
          <a:xfrm>
            <a:off x="607484" y="1559092"/>
            <a:ext cx="10970683" cy="4613110"/>
          </a:xfrm>
        </p:spPr>
        <p:txBody>
          <a:bodyPr/>
          <a:lstStyle/>
          <a:p>
            <a:pPr marL="342900" indent="-342900">
              <a:buFont typeface="Arial" panose="020B0604020202020204" pitchFamily="34" charset="0"/>
              <a:buChar char="•"/>
            </a:pPr>
            <a:r>
              <a:rPr lang="en-US" dirty="0"/>
              <a:t>What are you passionate about? </a:t>
            </a:r>
          </a:p>
          <a:p>
            <a:pPr marL="342900" indent="-342900">
              <a:buFont typeface="Arial" panose="020B0604020202020204" pitchFamily="34" charset="0"/>
              <a:buChar char="•"/>
            </a:pPr>
            <a:r>
              <a:rPr lang="en-US" dirty="0"/>
              <a:t>What are your core beliefs/values? </a:t>
            </a:r>
          </a:p>
          <a:p>
            <a:pPr marL="342900" indent="-342900">
              <a:buFont typeface="Arial" panose="020B0604020202020204" pitchFamily="34" charset="0"/>
              <a:buChar char="•"/>
            </a:pPr>
            <a:r>
              <a:rPr lang="en-US" dirty="0"/>
              <a:t>What are your top three strengths? </a:t>
            </a:r>
          </a:p>
          <a:p>
            <a:pPr marL="342900" indent="-342900">
              <a:buFont typeface="Arial" panose="020B0604020202020204" pitchFamily="34" charset="0"/>
              <a:buChar char="•"/>
            </a:pPr>
            <a:r>
              <a:rPr lang="en-US" dirty="0"/>
              <a:t>Are you a good leader or a good doer—or both? </a:t>
            </a:r>
          </a:p>
          <a:p>
            <a:pPr marL="342900" indent="-342900">
              <a:buFont typeface="Arial" panose="020B0604020202020204" pitchFamily="34" charset="0"/>
              <a:buChar char="•"/>
            </a:pPr>
            <a:r>
              <a:rPr lang="en-US" dirty="0"/>
              <a:t>What do others say about you? (Ask them!)</a:t>
            </a:r>
          </a:p>
          <a:p>
            <a:endParaRPr lang="en-US" dirty="0"/>
          </a:p>
        </p:txBody>
      </p:sp>
      <p:pic>
        <p:nvPicPr>
          <p:cNvPr id="5" name="Picture 4"/>
          <p:cNvPicPr>
            <a:picLocks noChangeAspect="1"/>
          </p:cNvPicPr>
          <p:nvPr/>
        </p:nvPicPr>
        <p:blipFill>
          <a:blip r:embed="rId4"/>
          <a:stretch>
            <a:fillRect/>
          </a:stretch>
        </p:blipFill>
        <p:spPr>
          <a:xfrm>
            <a:off x="8399999" y="2290915"/>
            <a:ext cx="3254680" cy="3007993"/>
          </a:xfrm>
          <a:prstGeom prst="rect">
            <a:avLst/>
          </a:prstGeom>
        </p:spPr>
      </p:pic>
    </p:spTree>
    <p:custDataLst>
      <p:tags r:id="rId1"/>
    </p:custDataLst>
    <p:extLst>
      <p:ext uri="{BB962C8B-B14F-4D97-AF65-F5344CB8AC3E}">
        <p14:creationId xmlns:p14="http://schemas.microsoft.com/office/powerpoint/2010/main" val="501001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solidFill>
                  <a:prstClr val="white"/>
                </a:solidFill>
              </a:rPr>
              <a:pPr/>
              <a:t>10</a:t>
            </a:fld>
            <a:endParaRPr lang="en-US" dirty="0">
              <a:solidFill>
                <a:prstClr val="white"/>
              </a:solidFill>
            </a:endParaRPr>
          </a:p>
        </p:txBody>
      </p:sp>
      <p:sp>
        <p:nvSpPr>
          <p:cNvPr id="6" name="Content Placeholder 5"/>
          <p:cNvSpPr>
            <a:spLocks noGrp="1"/>
          </p:cNvSpPr>
          <p:nvPr>
            <p:ph sz="half" idx="1"/>
          </p:nvPr>
        </p:nvSpPr>
        <p:spPr>
          <a:xfrm>
            <a:off x="607485" y="1889760"/>
            <a:ext cx="5054605" cy="4282440"/>
          </a:xfrm>
        </p:spPr>
        <p:txBody>
          <a:bodyPr/>
          <a:lstStyle/>
          <a:p>
            <a:r>
              <a:rPr lang="en-US" b="1" u="sng" dirty="0"/>
              <a:t>Flatter Yourself</a:t>
            </a:r>
          </a:p>
          <a:p>
            <a:r>
              <a:rPr lang="en-US" sz="1600" dirty="0"/>
              <a:t>Wizard at processes – I can define processes, create clear and useful process documentation, with a drive toward optimization and automation</a:t>
            </a:r>
          </a:p>
          <a:p>
            <a:r>
              <a:rPr lang="en-US" sz="1600" dirty="0"/>
              <a:t>Cheerleader – I’m great at whipping up excitement for projects and rallying the troops to accomplish more as a team</a:t>
            </a:r>
          </a:p>
          <a:p>
            <a:r>
              <a:rPr lang="en-US" sz="1600" dirty="0"/>
              <a:t>Dedicated Learner – I have a passion for learning new things and I commit to developing my career by taking classes and engaging with a mentor. </a:t>
            </a:r>
          </a:p>
          <a:p>
            <a:r>
              <a:rPr lang="en-US" sz="1600" dirty="0"/>
              <a:t>Action oriented do-</a:t>
            </a:r>
            <a:r>
              <a:rPr lang="en-US" sz="1600" dirty="0" err="1"/>
              <a:t>er</a:t>
            </a:r>
            <a:r>
              <a:rPr lang="en-US" sz="1600" dirty="0"/>
              <a:t> – If you want something done, give it to me</a:t>
            </a:r>
          </a:p>
        </p:txBody>
      </p:sp>
      <p:sp>
        <p:nvSpPr>
          <p:cNvPr id="7" name="Content Placeholder 6"/>
          <p:cNvSpPr>
            <a:spLocks noGrp="1"/>
          </p:cNvSpPr>
          <p:nvPr>
            <p:ph sz="half" idx="13"/>
          </p:nvPr>
        </p:nvSpPr>
        <p:spPr>
          <a:xfrm>
            <a:off x="6237817" y="1889760"/>
            <a:ext cx="5340352" cy="4282440"/>
          </a:xfrm>
        </p:spPr>
        <p:txBody>
          <a:bodyPr/>
          <a:lstStyle/>
          <a:p>
            <a:r>
              <a:rPr lang="en-US" b="1" u="sng" dirty="0"/>
              <a:t>Be Real With Yourself</a:t>
            </a:r>
          </a:p>
          <a:p>
            <a:r>
              <a:rPr lang="en-US" sz="1600" dirty="0"/>
              <a:t>Attention to details – My view is more holistic, and I sometimes miss details</a:t>
            </a:r>
          </a:p>
          <a:p>
            <a:r>
              <a:rPr lang="en-US" sz="1600" dirty="0"/>
              <a:t>Not a morning person – Don’t want to have early morning meetings </a:t>
            </a:r>
          </a:p>
          <a:p>
            <a:r>
              <a:rPr lang="en-US" sz="1600" dirty="0"/>
              <a:t>Hate “selling” – would not enjoy recruiting, marketing, soliciting</a:t>
            </a:r>
          </a:p>
        </p:txBody>
      </p:sp>
      <p:sp>
        <p:nvSpPr>
          <p:cNvPr id="5" name="Title 4"/>
          <p:cNvSpPr>
            <a:spLocks noGrp="1"/>
          </p:cNvSpPr>
          <p:nvPr>
            <p:ph type="title"/>
          </p:nvPr>
        </p:nvSpPr>
        <p:spPr/>
        <p:txBody>
          <a:bodyPr/>
          <a:lstStyle/>
          <a:p>
            <a:r>
              <a:rPr lang="en-US" sz="3200" dirty="0"/>
              <a:t>Flatter Yourself / Be Real With Yourself – Exercise </a:t>
            </a:r>
            <a:br>
              <a:rPr lang="en-US" sz="3200" dirty="0"/>
            </a:br>
            <a:r>
              <a:rPr lang="en-US" sz="1400" dirty="0"/>
              <a:t>Take a piece of paper and draw a line down the middle. Take 5 minutes and write all the things that you are great out on the left side of the page. Don’t hold back. Really flatter yourself with all your strengths. Then, take another 5 minutes and write down all the things that you struggle with or don’t like doing. Be honest with yourself. </a:t>
            </a:r>
          </a:p>
        </p:txBody>
      </p:sp>
      <p:cxnSp>
        <p:nvCxnSpPr>
          <p:cNvPr id="9" name="Straight Connector 8"/>
          <p:cNvCxnSpPr/>
          <p:nvPr/>
        </p:nvCxnSpPr>
        <p:spPr>
          <a:xfrm>
            <a:off x="5949953" y="1759131"/>
            <a:ext cx="0" cy="4275909"/>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4177652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solidFill>
                  <a:prstClr val="white"/>
                </a:solidFill>
              </a:rPr>
              <a:pPr/>
              <a:t>11</a:t>
            </a:fld>
            <a:endParaRPr lang="en-US" dirty="0">
              <a:solidFill>
                <a:prstClr val="white"/>
              </a:solidFill>
            </a:endParaRPr>
          </a:p>
        </p:txBody>
      </p:sp>
      <p:sp>
        <p:nvSpPr>
          <p:cNvPr id="5" name="Title 4"/>
          <p:cNvSpPr>
            <a:spLocks noGrp="1"/>
          </p:cNvSpPr>
          <p:nvPr>
            <p:ph type="title"/>
          </p:nvPr>
        </p:nvSpPr>
        <p:spPr/>
        <p:txBody>
          <a:bodyPr/>
          <a:lstStyle/>
          <a:p>
            <a:r>
              <a:rPr lang="en-US" dirty="0"/>
              <a:t>Other Tools to help</a:t>
            </a:r>
          </a:p>
        </p:txBody>
      </p:sp>
      <p:sp>
        <p:nvSpPr>
          <p:cNvPr id="6" name="Content Placeholder 5"/>
          <p:cNvSpPr>
            <a:spLocks noGrp="1"/>
          </p:cNvSpPr>
          <p:nvPr>
            <p:ph sz="quarter" idx="13"/>
          </p:nvPr>
        </p:nvSpPr>
        <p:spPr/>
        <p:txBody>
          <a:bodyPr/>
          <a:lstStyle/>
          <a:p>
            <a:pPr lvl="0"/>
            <a:r>
              <a:rPr lang="en-US" dirty="0"/>
              <a:t>A good step for understanding your personal brand is by taking a </a:t>
            </a:r>
            <a:r>
              <a:rPr lang="en-US" b="1" dirty="0">
                <a:hlinkClick r:id="rId4"/>
              </a:rPr>
              <a:t>Standout</a:t>
            </a:r>
            <a:r>
              <a:rPr lang="en-US" b="1" dirty="0"/>
              <a:t> </a:t>
            </a:r>
            <a:r>
              <a:rPr lang="en-US" dirty="0"/>
              <a:t>assessment.</a:t>
            </a:r>
          </a:p>
          <a:p>
            <a:pPr lvl="0"/>
            <a:r>
              <a:rPr lang="en-US" dirty="0"/>
              <a:t>Complete the </a:t>
            </a:r>
            <a:r>
              <a:rPr lang="en-US" b="1" dirty="0">
                <a:hlinkClick r:id="rId5"/>
              </a:rPr>
              <a:t>Love It or Loathe</a:t>
            </a:r>
            <a:r>
              <a:rPr lang="en-US" dirty="0">
                <a:hlinkClick r:id="rId5"/>
              </a:rPr>
              <a:t> </a:t>
            </a:r>
            <a:r>
              <a:rPr lang="en-US" b="1" dirty="0">
                <a:hlinkClick r:id="rId5"/>
              </a:rPr>
              <a:t>It</a:t>
            </a:r>
            <a:r>
              <a:rPr lang="en-US" dirty="0"/>
              <a:t>  exercise.</a:t>
            </a:r>
          </a:p>
          <a:p>
            <a:pPr lvl="0"/>
            <a:r>
              <a:rPr lang="en-US" b="1" dirty="0">
                <a:hlinkClick r:id="rId6"/>
              </a:rPr>
              <a:t>16 Personalities </a:t>
            </a:r>
            <a:r>
              <a:rPr lang="en-US" dirty="0"/>
              <a:t>(Myers Briggs type test)</a:t>
            </a:r>
          </a:p>
          <a:p>
            <a:pPr lvl="0"/>
            <a:r>
              <a:rPr lang="en-US" dirty="0"/>
              <a:t>List of adjectives - </a:t>
            </a:r>
            <a:r>
              <a:rPr lang="en-US" dirty="0">
                <a:hlinkClick r:id="rId7"/>
              </a:rPr>
              <a:t>https://resumecompanion.com/how-to-write-a-resume/resume-adjectives-guide/</a:t>
            </a:r>
            <a:endParaRPr lang="en-US" dirty="0"/>
          </a:p>
          <a:p>
            <a:pPr>
              <a:spcBef>
                <a:spcPts val="0"/>
              </a:spcBef>
            </a:pPr>
            <a:endParaRPr lang="en-US" dirty="0"/>
          </a:p>
          <a:p>
            <a:pPr>
              <a:spcBef>
                <a:spcPts val="0"/>
              </a:spcBef>
            </a:pPr>
            <a:r>
              <a:rPr lang="en-US" dirty="0"/>
              <a:t>Values Exercise:  </a:t>
            </a:r>
            <a:r>
              <a:rPr lang="en-US" b="1" dirty="0">
                <a:hlinkClick r:id="rId8"/>
              </a:rPr>
              <a:t>Card Sort #1  </a:t>
            </a:r>
            <a:r>
              <a:rPr lang="en-US" b="1" u="sng" dirty="0">
                <a:solidFill>
                  <a:srgbClr val="0563C1"/>
                </a:solidFill>
                <a:latin typeface="Calibri" panose="020F0502020204030204" pitchFamily="34" charset="0"/>
                <a:ea typeface="Calibri" panose="020F0502020204030204" pitchFamily="34" charset="0"/>
                <a:hlinkClick r:id="rId9"/>
              </a:rPr>
              <a:t>Card Sort #2</a:t>
            </a:r>
            <a:endParaRPr lang="en-US" b="1" dirty="0">
              <a:latin typeface="Calibri" panose="020F0502020204030204" pitchFamily="34" charset="0"/>
              <a:ea typeface="Calibri" panose="020F0502020204030204" pitchFamily="34" charset="0"/>
            </a:endParaRPr>
          </a:p>
          <a:p>
            <a:pPr lvl="0"/>
            <a:endParaRPr lang="en-US" dirty="0"/>
          </a:p>
        </p:txBody>
      </p:sp>
    </p:spTree>
    <p:custDataLst>
      <p:tags r:id="rId1"/>
    </p:custDataLst>
    <p:extLst>
      <p:ext uri="{BB962C8B-B14F-4D97-AF65-F5344CB8AC3E}">
        <p14:creationId xmlns:p14="http://schemas.microsoft.com/office/powerpoint/2010/main" val="920603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ctrTitle"/>
          </p:nvPr>
        </p:nvSpPr>
        <p:spPr>
          <a:xfrm>
            <a:off x="592918" y="3305898"/>
            <a:ext cx="5311772" cy="1470025"/>
          </a:xfrm>
        </p:spPr>
        <p:txBody>
          <a:bodyPr>
            <a:noAutofit/>
          </a:bodyPr>
          <a:lstStyle/>
          <a:p>
            <a:r>
              <a:rPr lang="en-US" sz="6400" dirty="0"/>
              <a:t>PERSONAL VALUE Proposition</a:t>
            </a:r>
          </a:p>
        </p:txBody>
      </p:sp>
      <p:sp>
        <p:nvSpPr>
          <p:cNvPr id="2" name="Subtitle 1"/>
          <p:cNvSpPr>
            <a:spLocks noGrp="1"/>
          </p:cNvSpPr>
          <p:nvPr>
            <p:ph type="subTitle" idx="1"/>
          </p:nvPr>
        </p:nvSpPr>
        <p:spPr/>
        <p:txBody>
          <a:bodyPr/>
          <a:lstStyle/>
          <a:p>
            <a:r>
              <a:rPr lang="en-US" dirty="0"/>
              <a:t>Jumpstart 2</a:t>
            </a:r>
          </a:p>
        </p:txBody>
      </p:sp>
      <p:sp>
        <p:nvSpPr>
          <p:cNvPr id="4" name="Rectangle 3"/>
          <p:cNvSpPr/>
          <p:nvPr/>
        </p:nvSpPr>
        <p:spPr>
          <a:xfrm>
            <a:off x="6056556" y="0"/>
            <a:ext cx="6135445" cy="68580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endParaRPr lang="en-US">
              <a:solidFill>
                <a:prstClr val="white"/>
              </a:solidFill>
            </a:endParaRPr>
          </a:p>
        </p:txBody>
      </p:sp>
      <p:sp>
        <p:nvSpPr>
          <p:cNvPr id="5" name="TextBox 4"/>
          <p:cNvSpPr txBox="1"/>
          <p:nvPr/>
        </p:nvSpPr>
        <p:spPr>
          <a:xfrm>
            <a:off x="7119342" y="343327"/>
            <a:ext cx="3457535" cy="1039860"/>
          </a:xfrm>
          <a:prstGeom prst="rect">
            <a:avLst/>
          </a:prstGeom>
          <a:noFill/>
        </p:spPr>
        <p:txBody>
          <a:bodyPr vert="horz" wrap="square" lIns="0" tIns="0" rIns="0" bIns="0" rtlCol="0">
            <a:noAutofit/>
          </a:bodyPr>
          <a:lstStyle/>
          <a:p>
            <a:pPr defTabSz="609570">
              <a:lnSpc>
                <a:spcPct val="80000"/>
              </a:lnSpc>
              <a:spcBef>
                <a:spcPct val="0"/>
              </a:spcBef>
            </a:pPr>
            <a:r>
              <a:rPr lang="en-US" sz="8800" dirty="0">
                <a:solidFill>
                  <a:srgbClr val="009CDA"/>
                </a:solidFill>
                <a:latin typeface="Intel Clear Pro" panose="020B0804020202060201" pitchFamily="34" charset="0"/>
                <a:ea typeface="Intel Clear"/>
                <a:cs typeface="Intel Clear Pro" panose="020B0804020202060201" pitchFamily="34" charset="0"/>
              </a:rPr>
              <a:t>Takeaways</a:t>
            </a:r>
          </a:p>
        </p:txBody>
      </p:sp>
      <p:sp>
        <p:nvSpPr>
          <p:cNvPr id="6" name="TextBox 5"/>
          <p:cNvSpPr txBox="1"/>
          <p:nvPr/>
        </p:nvSpPr>
        <p:spPr>
          <a:xfrm>
            <a:off x="6478968" y="1686261"/>
            <a:ext cx="5459296" cy="1742739"/>
          </a:xfrm>
          <a:prstGeom prst="rect">
            <a:avLst/>
          </a:prstGeom>
          <a:noFill/>
        </p:spPr>
        <p:txBody>
          <a:bodyPr vert="horz" wrap="square" lIns="0" tIns="0" rIns="0" bIns="0" rtlCol="0">
            <a:noAutofit/>
          </a:bodyPr>
          <a:lstStyle/>
          <a:p>
            <a:pPr marL="171446" indent="-171446" defTabSz="914377">
              <a:buFont typeface="Arial" panose="020B0604020202020204" pitchFamily="34" charset="0"/>
              <a:buChar char="•"/>
            </a:pPr>
            <a:r>
              <a:rPr lang="en-US" sz="2400" dirty="0">
                <a:solidFill>
                  <a:srgbClr val="003C71"/>
                </a:solidFill>
              </a:rPr>
              <a:t>Take time to think and write down your personal value proposition.</a:t>
            </a:r>
          </a:p>
          <a:p>
            <a:pPr marL="171446" indent="-171446" defTabSz="914377">
              <a:buFont typeface="Arial" panose="020B0604020202020204" pitchFamily="34" charset="0"/>
              <a:buChar char="•"/>
            </a:pPr>
            <a:endParaRPr lang="en-US" sz="2400" dirty="0">
              <a:solidFill>
                <a:srgbClr val="003C71"/>
              </a:solidFill>
            </a:endParaRPr>
          </a:p>
          <a:p>
            <a:pPr marL="171446" indent="-171446" defTabSz="914377">
              <a:buFont typeface="Arial" panose="020B0604020202020204" pitchFamily="34" charset="0"/>
              <a:buChar char="•"/>
            </a:pPr>
            <a:r>
              <a:rPr lang="en-US" sz="2400" dirty="0">
                <a:solidFill>
                  <a:srgbClr val="003C71"/>
                </a:solidFill>
              </a:rPr>
              <a:t>Practice delivering your speech often and to many different people.</a:t>
            </a:r>
          </a:p>
          <a:p>
            <a:pPr marL="171446" indent="-171446" defTabSz="914377">
              <a:buFont typeface="Arial" panose="020B0604020202020204" pitchFamily="34" charset="0"/>
              <a:buChar char="•"/>
            </a:pPr>
            <a:endParaRPr lang="en-US" sz="2400" dirty="0">
              <a:solidFill>
                <a:srgbClr val="003C71"/>
              </a:solidFill>
            </a:endParaRPr>
          </a:p>
          <a:p>
            <a:pPr marL="171446" indent="-171446" defTabSz="914377">
              <a:buFont typeface="Arial" panose="020B0604020202020204" pitchFamily="34" charset="0"/>
              <a:buChar char="•"/>
            </a:pPr>
            <a:r>
              <a:rPr lang="en-US" sz="2400" dirty="0">
                <a:solidFill>
                  <a:srgbClr val="003C71"/>
                </a:solidFill>
              </a:rPr>
              <a:t>Be clear, crisp, and concise. </a:t>
            </a:r>
          </a:p>
          <a:p>
            <a:pPr marL="171446" indent="-171446" defTabSz="914377">
              <a:buFont typeface="Arial" panose="020B0604020202020204" pitchFamily="34" charset="0"/>
              <a:buChar char="•"/>
            </a:pPr>
            <a:endParaRPr lang="en-US" sz="2400" dirty="0">
              <a:solidFill>
                <a:srgbClr val="003C71"/>
              </a:solidFill>
            </a:endParaRPr>
          </a:p>
          <a:p>
            <a:pPr marL="171446" indent="-171446" defTabSz="914377">
              <a:buFont typeface="Arial" panose="020B0604020202020204" pitchFamily="34" charset="0"/>
              <a:buChar char="•"/>
            </a:pPr>
            <a:endParaRPr lang="en-US" sz="2800" dirty="0">
              <a:solidFill>
                <a:srgbClr val="003C71"/>
              </a:solidFill>
            </a:endParaRPr>
          </a:p>
          <a:p>
            <a:pPr marL="171446" indent="-171446" defTabSz="914377">
              <a:buFont typeface="Arial" panose="020B0604020202020204" pitchFamily="34" charset="0"/>
              <a:buChar char="•"/>
            </a:pPr>
            <a:endParaRPr lang="en-US" sz="2800" dirty="0">
              <a:solidFill>
                <a:srgbClr val="003C71"/>
              </a:solidFill>
            </a:endParaRPr>
          </a:p>
          <a:p>
            <a:pPr marL="171446" indent="-171446" defTabSz="914377">
              <a:buFont typeface="Arial" panose="020B0604020202020204" pitchFamily="34" charset="0"/>
              <a:buChar char="•"/>
            </a:pPr>
            <a:endParaRPr lang="en-US" sz="1100" dirty="0">
              <a:solidFill>
                <a:srgbClr val="003C71"/>
              </a:solidFill>
            </a:endParaRPr>
          </a:p>
        </p:txBody>
      </p:sp>
      <p:cxnSp>
        <p:nvCxnSpPr>
          <p:cNvPr id="8" name="Straight Connector 7"/>
          <p:cNvCxnSpPr/>
          <p:nvPr/>
        </p:nvCxnSpPr>
        <p:spPr>
          <a:xfrm>
            <a:off x="5505254" y="4775923"/>
            <a:ext cx="4430599" cy="0"/>
          </a:xfrm>
          <a:prstGeom prst="line">
            <a:avLst/>
          </a:prstGeom>
          <a:ln w="76200">
            <a:solidFill>
              <a:schemeClr val="tx2"/>
            </a:solidFill>
          </a:ln>
          <a:effectLst/>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350233536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Personal Value Proposition or Elevator Pitch  </a:t>
            </a:r>
            <a:br>
              <a:rPr lang="en-US" sz="4000" dirty="0"/>
            </a:br>
            <a:endParaRPr lang="en-US" dirty="0"/>
          </a:p>
        </p:txBody>
      </p:sp>
      <p:graphicFrame>
        <p:nvGraphicFramePr>
          <p:cNvPr id="2" name="Diagram 1"/>
          <p:cNvGraphicFramePr/>
          <p:nvPr/>
        </p:nvGraphicFramePr>
        <p:xfrm>
          <a:off x="773723" y="1484925"/>
          <a:ext cx="10363199" cy="40874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2373180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15-Minute Elevator Pitch</a:t>
            </a:r>
          </a:p>
        </p:txBody>
      </p:sp>
      <p:sp>
        <p:nvSpPr>
          <p:cNvPr id="4" name="Slide Number Placeholder 3"/>
          <p:cNvSpPr>
            <a:spLocks noGrp="1"/>
          </p:cNvSpPr>
          <p:nvPr>
            <p:ph type="sldNum" sz="quarter" idx="12"/>
          </p:nvPr>
        </p:nvSpPr>
        <p:spPr/>
        <p:txBody>
          <a:bodyPr/>
          <a:lstStyle/>
          <a:p>
            <a:fld id="{32A9F4F0-1C82-471D-B0A2-953E8EFA9DDC}" type="slidenum">
              <a:rPr lang="en-US" smtClean="0">
                <a:solidFill>
                  <a:prstClr val="white"/>
                </a:solidFill>
              </a:rPr>
              <a:pPr/>
              <a:t>14</a:t>
            </a:fld>
            <a:endParaRPr lang="en-US">
              <a:solidFill>
                <a:prstClr val="white"/>
              </a:solidFill>
            </a:endParaRPr>
          </a:p>
        </p:txBody>
      </p:sp>
      <p:graphicFrame>
        <p:nvGraphicFramePr>
          <p:cNvPr id="6" name="Diagram 5"/>
          <p:cNvGraphicFramePr/>
          <p:nvPr>
            <p:extLst>
              <p:ext uri="{D42A27DB-BD31-4B8C-83A1-F6EECF244321}">
                <p14:modId xmlns:p14="http://schemas.microsoft.com/office/powerpoint/2010/main" val="327288166"/>
              </p:ext>
            </p:extLst>
          </p:nvPr>
        </p:nvGraphicFramePr>
        <p:xfrm>
          <a:off x="2114061" y="1428634"/>
          <a:ext cx="6721231" cy="441569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Picture 4" descr="Vintage movie countdown 5">
            <a:extLst>
              <a:ext uri="{FF2B5EF4-FFF2-40B4-BE49-F238E27FC236}">
                <a16:creationId xmlns:a16="http://schemas.microsoft.com/office/drawing/2014/main" id="{08D95EC9-E987-4B74-97C6-0B6B9256C50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99356" y="1869927"/>
            <a:ext cx="503645" cy="377734"/>
          </a:xfrm>
          <a:prstGeom prst="rect">
            <a:avLst/>
          </a:prstGeom>
        </p:spPr>
      </p:pic>
      <p:sp>
        <p:nvSpPr>
          <p:cNvPr id="7" name="TextBox 6">
            <a:extLst>
              <a:ext uri="{FF2B5EF4-FFF2-40B4-BE49-F238E27FC236}">
                <a16:creationId xmlns:a16="http://schemas.microsoft.com/office/drawing/2014/main" id="{9402A56A-7D16-4711-B3F1-555E647C205E}"/>
              </a:ext>
            </a:extLst>
          </p:cNvPr>
          <p:cNvSpPr txBox="1"/>
          <p:nvPr/>
        </p:nvSpPr>
        <p:spPr>
          <a:xfrm>
            <a:off x="488566" y="2315938"/>
            <a:ext cx="1922834" cy="865078"/>
          </a:xfrm>
          <a:prstGeom prst="rect">
            <a:avLst/>
          </a:prstGeom>
          <a:noFill/>
        </p:spPr>
        <p:txBody>
          <a:bodyPr vert="horz" wrap="square" lIns="0" tIns="0" rIns="0" bIns="0" rtlCol="0">
            <a:noAutofit/>
          </a:bodyPr>
          <a:lstStyle/>
          <a:p>
            <a:r>
              <a:rPr lang="en-US" sz="2000" dirty="0">
                <a:solidFill>
                  <a:srgbClr val="003C71"/>
                </a:solidFill>
              </a:rPr>
              <a:t>1) Take 5 minutes and write out everything you want to say about yourself.</a:t>
            </a:r>
          </a:p>
        </p:txBody>
      </p:sp>
      <p:sp>
        <p:nvSpPr>
          <p:cNvPr id="9" name="TextBox 8">
            <a:extLst>
              <a:ext uri="{FF2B5EF4-FFF2-40B4-BE49-F238E27FC236}">
                <a16:creationId xmlns:a16="http://schemas.microsoft.com/office/drawing/2014/main" id="{5A3A47FE-4DD4-4C57-BC5C-8A5971EFD489}"/>
              </a:ext>
            </a:extLst>
          </p:cNvPr>
          <p:cNvSpPr txBox="1"/>
          <p:nvPr/>
        </p:nvSpPr>
        <p:spPr>
          <a:xfrm>
            <a:off x="399356" y="4357747"/>
            <a:ext cx="1526721" cy="1244069"/>
          </a:xfrm>
          <a:prstGeom prst="rect">
            <a:avLst/>
          </a:prstGeom>
          <a:noFill/>
        </p:spPr>
        <p:txBody>
          <a:bodyPr vert="horz" wrap="square" lIns="0" tIns="0" rIns="0" bIns="0" rtlCol="0">
            <a:noAutofit/>
          </a:bodyPr>
          <a:lstStyle/>
          <a:p>
            <a:r>
              <a:rPr lang="en-US" sz="2000" dirty="0">
                <a:solidFill>
                  <a:srgbClr val="003C71"/>
                </a:solidFill>
              </a:rPr>
              <a:t>Use these questions as prompts.</a:t>
            </a:r>
          </a:p>
        </p:txBody>
      </p:sp>
      <p:pic>
        <p:nvPicPr>
          <p:cNvPr id="10" name="Content Placeholder 9">
            <a:extLst>
              <a:ext uri="{FF2B5EF4-FFF2-40B4-BE49-F238E27FC236}">
                <a16:creationId xmlns:a16="http://schemas.microsoft.com/office/drawing/2014/main" id="{1E6AF621-8B7C-474F-9894-D518038A13D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371786" y="587269"/>
            <a:ext cx="1820214" cy="1820214"/>
          </a:xfrm>
          <a:prstGeom prst="rect">
            <a:avLst/>
          </a:prstGeom>
        </p:spPr>
      </p:pic>
      <p:sp>
        <p:nvSpPr>
          <p:cNvPr id="11" name="TextBox 10">
            <a:extLst>
              <a:ext uri="{FF2B5EF4-FFF2-40B4-BE49-F238E27FC236}">
                <a16:creationId xmlns:a16="http://schemas.microsoft.com/office/drawing/2014/main" id="{E0834088-36F0-4506-83FC-221EECFBD611}"/>
              </a:ext>
            </a:extLst>
          </p:cNvPr>
          <p:cNvSpPr txBox="1"/>
          <p:nvPr/>
        </p:nvSpPr>
        <p:spPr>
          <a:xfrm>
            <a:off x="8835292" y="632298"/>
            <a:ext cx="1714705" cy="865078"/>
          </a:xfrm>
          <a:prstGeom prst="rect">
            <a:avLst/>
          </a:prstGeom>
          <a:noFill/>
        </p:spPr>
        <p:txBody>
          <a:bodyPr vert="horz" wrap="square" lIns="0" tIns="0" rIns="0" bIns="0" rtlCol="0">
            <a:noAutofit/>
          </a:bodyPr>
          <a:lstStyle/>
          <a:p>
            <a:r>
              <a:rPr lang="en-US" sz="2000" dirty="0">
                <a:solidFill>
                  <a:srgbClr val="003C71"/>
                </a:solidFill>
              </a:rPr>
              <a:t>2) Take another 5 minutes to refine your message on to a 3” X 3” post-it note. </a:t>
            </a:r>
          </a:p>
        </p:txBody>
      </p:sp>
      <p:sp>
        <p:nvSpPr>
          <p:cNvPr id="13" name="TextBox 12">
            <a:extLst>
              <a:ext uri="{FF2B5EF4-FFF2-40B4-BE49-F238E27FC236}">
                <a16:creationId xmlns:a16="http://schemas.microsoft.com/office/drawing/2014/main" id="{FF361B14-882E-44C1-8376-9989E7F7B336}"/>
              </a:ext>
            </a:extLst>
          </p:cNvPr>
          <p:cNvSpPr txBox="1"/>
          <p:nvPr/>
        </p:nvSpPr>
        <p:spPr>
          <a:xfrm>
            <a:off x="9319098" y="3521413"/>
            <a:ext cx="1663430" cy="1954335"/>
          </a:xfrm>
          <a:prstGeom prst="rect">
            <a:avLst/>
          </a:prstGeom>
          <a:noFill/>
        </p:spPr>
        <p:txBody>
          <a:bodyPr vert="horz" wrap="square" lIns="0" tIns="0" rIns="0" bIns="0" rtlCol="0">
            <a:noAutofit/>
          </a:bodyPr>
          <a:lstStyle/>
          <a:p>
            <a:r>
              <a:rPr lang="en-US" sz="2000" dirty="0">
                <a:solidFill>
                  <a:srgbClr val="003C71"/>
                </a:solidFill>
              </a:rPr>
              <a:t>3) Take the last 5 minutes to practice saying it out loud. </a:t>
            </a:r>
          </a:p>
          <a:p>
            <a:r>
              <a:rPr lang="en-US" sz="2000" dirty="0">
                <a:solidFill>
                  <a:srgbClr val="003C71"/>
                </a:solidFill>
              </a:rPr>
              <a:t>KEEP PRACTICING.</a:t>
            </a:r>
          </a:p>
        </p:txBody>
      </p:sp>
      <p:pic>
        <p:nvPicPr>
          <p:cNvPr id="21" name="Picture 20" descr="Vintage movie countdown 5">
            <a:extLst>
              <a:ext uri="{FF2B5EF4-FFF2-40B4-BE49-F238E27FC236}">
                <a16:creationId xmlns:a16="http://schemas.microsoft.com/office/drawing/2014/main" id="{6B25202D-A8FD-4BCF-A9F5-D064B2C73FB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149058" y="543337"/>
            <a:ext cx="503645" cy="377734"/>
          </a:xfrm>
          <a:prstGeom prst="rect">
            <a:avLst/>
          </a:prstGeom>
        </p:spPr>
      </p:pic>
      <p:pic>
        <p:nvPicPr>
          <p:cNvPr id="22" name="Picture 21" descr="Vintage movie countdown 5">
            <a:extLst>
              <a:ext uri="{FF2B5EF4-FFF2-40B4-BE49-F238E27FC236}">
                <a16:creationId xmlns:a16="http://schemas.microsoft.com/office/drawing/2014/main" id="{E31F4040-C0F5-4D42-BAF8-1BE451EB816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319098" y="3069308"/>
            <a:ext cx="503645" cy="377734"/>
          </a:xfrm>
          <a:prstGeom prst="rect">
            <a:avLst/>
          </a:prstGeom>
        </p:spPr>
      </p:pic>
    </p:spTree>
    <p:custDataLst>
      <p:tags r:id="rId1"/>
    </p:custDataLst>
    <p:extLst>
      <p:ext uri="{BB962C8B-B14F-4D97-AF65-F5344CB8AC3E}">
        <p14:creationId xmlns:p14="http://schemas.microsoft.com/office/powerpoint/2010/main" val="1269104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t>Crafting your PVP (Elevator Pitch)</a:t>
            </a:r>
            <a:br>
              <a:rPr lang="en-US" sz="4000" dirty="0"/>
            </a:br>
            <a:endParaRPr lang="en-US" dirty="0"/>
          </a:p>
        </p:txBody>
      </p:sp>
      <p:sp>
        <p:nvSpPr>
          <p:cNvPr id="5" name="Content Placeholder 4"/>
          <p:cNvSpPr>
            <a:spLocks noGrp="1"/>
          </p:cNvSpPr>
          <p:nvPr>
            <p:ph idx="1"/>
          </p:nvPr>
        </p:nvSpPr>
        <p:spPr>
          <a:xfrm>
            <a:off x="838200" y="1423359"/>
            <a:ext cx="10515600" cy="4753605"/>
          </a:xfrm>
        </p:spPr>
        <p:txBody>
          <a:bodyPr>
            <a:normAutofit fontScale="85000" lnSpcReduction="20000"/>
          </a:bodyPr>
          <a:lstStyle/>
          <a:p>
            <a:r>
              <a:rPr lang="en-US" b="1" dirty="0"/>
              <a:t> Who you are plus a credential</a:t>
            </a:r>
          </a:p>
          <a:p>
            <a:pPr lvl="1"/>
            <a:r>
              <a:rPr lang="en-US" i="1" dirty="0"/>
              <a:t>“Hi, I’m John Travolta. I’ve spent most of my career at Intel in business ops and program management within SSG. Currently, I’m a PM in DPD working to deliver 1000s of products into the channel. I’m currently working toward my PMP certification. </a:t>
            </a:r>
            <a:endParaRPr lang="en-US" dirty="0"/>
          </a:p>
          <a:p>
            <a:pPr lvl="0"/>
            <a:r>
              <a:rPr lang="en-US" b="1" dirty="0"/>
              <a:t>A specific objective</a:t>
            </a:r>
          </a:p>
          <a:p>
            <a:pPr lvl="1"/>
            <a:r>
              <a:rPr lang="en-US" i="1" dirty="0"/>
              <a:t>I’m really interested in a role managing a team.</a:t>
            </a:r>
            <a:endParaRPr lang="en-US" dirty="0"/>
          </a:p>
          <a:p>
            <a:r>
              <a:rPr lang="en-US" b="1" dirty="0"/>
              <a:t>How you have demonstrated your interest </a:t>
            </a:r>
          </a:p>
          <a:p>
            <a:pPr lvl="1"/>
            <a:r>
              <a:rPr lang="en-US" i="1" dirty="0"/>
              <a:t>…and I’ve spent the last two years developing leadership and coaching skills.</a:t>
            </a:r>
            <a:endParaRPr lang="en-US" dirty="0"/>
          </a:p>
          <a:p>
            <a:r>
              <a:rPr lang="en-US" b="1" dirty="0"/>
              <a:t>Follow up with a statement or question </a:t>
            </a:r>
          </a:p>
          <a:p>
            <a:pPr lvl="1"/>
            <a:r>
              <a:rPr lang="en-US" i="1" dirty="0"/>
              <a:t>I know you made a career transition from an IC to a manager. I’d love to hear your insights on how to do it successfully.</a:t>
            </a:r>
          </a:p>
          <a:p>
            <a:pPr lvl="1"/>
            <a:r>
              <a:rPr lang="en-US" i="1" dirty="0"/>
              <a:t>I’m looking for an opportunity where I can leverage my business operations expertise as well as my people management skills. </a:t>
            </a:r>
          </a:p>
          <a:p>
            <a:pPr marL="0" lvl="1" indent="0">
              <a:buNone/>
            </a:pPr>
            <a:endParaRPr lang="en-US" i="1" dirty="0"/>
          </a:p>
          <a:p>
            <a:endParaRPr lang="en-US" dirty="0"/>
          </a:p>
        </p:txBody>
      </p:sp>
    </p:spTree>
    <p:custDataLst>
      <p:tags r:id="rId1"/>
    </p:custDataLst>
    <p:extLst>
      <p:ext uri="{BB962C8B-B14F-4D97-AF65-F5344CB8AC3E}">
        <p14:creationId xmlns:p14="http://schemas.microsoft.com/office/powerpoint/2010/main" val="1614482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Elevator Pitch - Dos &amp; Don’ts</a:t>
            </a:r>
          </a:p>
        </p:txBody>
      </p:sp>
      <p:sp>
        <p:nvSpPr>
          <p:cNvPr id="3" name="Content Placeholder 2"/>
          <p:cNvSpPr>
            <a:spLocks noGrp="1"/>
          </p:cNvSpPr>
          <p:nvPr>
            <p:ph idx="1"/>
          </p:nvPr>
        </p:nvSpPr>
        <p:spPr>
          <a:xfrm>
            <a:off x="838200" y="1466491"/>
            <a:ext cx="10515600" cy="4710472"/>
          </a:xfrm>
        </p:spPr>
        <p:txBody>
          <a:bodyPr>
            <a:normAutofit fontScale="85000" lnSpcReduction="20000"/>
          </a:bodyPr>
          <a:lstStyle/>
          <a:p>
            <a:r>
              <a:rPr lang="en-US" b="1" dirty="0"/>
              <a:t>Do:</a:t>
            </a:r>
            <a:endParaRPr lang="en-US" dirty="0"/>
          </a:p>
          <a:p>
            <a:pPr lvl="1"/>
            <a:r>
              <a:rPr lang="en-US" dirty="0"/>
              <a:t>Be warm, enthusiastic, and genuine </a:t>
            </a:r>
          </a:p>
          <a:p>
            <a:pPr lvl="1"/>
            <a:r>
              <a:rPr lang="en-US" dirty="0"/>
              <a:t>Show passion and energy </a:t>
            </a:r>
          </a:p>
          <a:p>
            <a:pPr lvl="1"/>
            <a:r>
              <a:rPr lang="en-US" dirty="0"/>
              <a:t>Watch your audience and maintain good, natural eye contact </a:t>
            </a:r>
          </a:p>
          <a:p>
            <a:pPr lvl="1"/>
            <a:r>
              <a:rPr lang="en-US" dirty="0"/>
              <a:t>Speak in a friendly voice </a:t>
            </a:r>
          </a:p>
          <a:p>
            <a:r>
              <a:rPr lang="en-US" dirty="0"/>
              <a:t> </a:t>
            </a:r>
          </a:p>
          <a:p>
            <a:r>
              <a:rPr lang="en-US" b="1" dirty="0"/>
              <a:t>Don’t: </a:t>
            </a:r>
            <a:endParaRPr lang="en-US" dirty="0"/>
          </a:p>
          <a:p>
            <a:pPr lvl="1"/>
            <a:r>
              <a:rPr lang="en-US" dirty="0"/>
              <a:t>Be verbose – edit down </a:t>
            </a:r>
          </a:p>
          <a:p>
            <a:pPr lvl="1"/>
            <a:r>
              <a:rPr lang="en-US" dirty="0"/>
              <a:t>Use acronyms and jargon </a:t>
            </a:r>
          </a:p>
          <a:p>
            <a:pPr lvl="1"/>
            <a:r>
              <a:rPr lang="en-US" dirty="0"/>
              <a:t>Overdo detail - but provide the most compelling </a:t>
            </a:r>
          </a:p>
          <a:p>
            <a:pPr lvl="1"/>
            <a:r>
              <a:rPr lang="en-US" dirty="0"/>
              <a:t>Forget your audience is generally a busy person with lots on his/her mind</a:t>
            </a:r>
          </a:p>
          <a:p>
            <a:pPr lvl="1"/>
            <a:endParaRPr lang="en-US" dirty="0"/>
          </a:p>
        </p:txBody>
      </p:sp>
    </p:spTree>
    <p:custDataLst>
      <p:tags r:id="rId1"/>
    </p:custDataLst>
    <p:extLst>
      <p:ext uri="{BB962C8B-B14F-4D97-AF65-F5344CB8AC3E}">
        <p14:creationId xmlns:p14="http://schemas.microsoft.com/office/powerpoint/2010/main" val="2226544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Tips for Making Your Elevator Speech Successful</a:t>
            </a:r>
            <a:br>
              <a:rPr lang="en-US" dirty="0"/>
            </a:br>
            <a:endParaRPr lang="en-US" dirty="0"/>
          </a:p>
        </p:txBody>
      </p:sp>
      <p:sp>
        <p:nvSpPr>
          <p:cNvPr id="3" name="Content Placeholder 2"/>
          <p:cNvSpPr>
            <a:spLocks noGrp="1"/>
          </p:cNvSpPr>
          <p:nvPr>
            <p:ph idx="1"/>
          </p:nvPr>
        </p:nvSpPr>
        <p:spPr/>
        <p:txBody>
          <a:bodyPr>
            <a:normAutofit/>
          </a:bodyPr>
          <a:lstStyle/>
          <a:p>
            <a:pPr marL="380990" indent="-380990">
              <a:buFont typeface="Arial" panose="020B0604020202020204" pitchFamily="34" charset="0"/>
              <a:buChar char="•"/>
            </a:pPr>
            <a:r>
              <a:rPr lang="en-US" b="1" dirty="0"/>
              <a:t>Practice, practice, practice - </a:t>
            </a:r>
            <a:r>
              <a:rPr lang="en-US" dirty="0"/>
              <a:t>Very few people have the oratorical power to make compelling 15-second speech about their entire professional lives on demand and under pressure. </a:t>
            </a:r>
          </a:p>
          <a:p>
            <a:pPr marL="380990" indent="-380990">
              <a:buFont typeface="Arial" panose="020B0604020202020204" pitchFamily="34" charset="0"/>
              <a:buChar char="•"/>
            </a:pPr>
            <a:r>
              <a:rPr lang="en-US" dirty="0"/>
              <a:t>Practice your speech 100 times — literally. </a:t>
            </a:r>
          </a:p>
          <a:p>
            <a:pPr marL="380990" indent="-380990">
              <a:buFont typeface="Arial" panose="020B0604020202020204" pitchFamily="34" charset="0"/>
              <a:buChar char="•"/>
            </a:pPr>
            <a:r>
              <a:rPr lang="en-US" dirty="0"/>
              <a:t>Know it, get comfortable with it and be able to adjust it effectively for a different audience. </a:t>
            </a:r>
          </a:p>
          <a:p>
            <a:pPr marL="380990" indent="-380990">
              <a:buFont typeface="Arial" panose="020B0604020202020204" pitchFamily="34" charset="0"/>
              <a:buChar char="•"/>
            </a:pPr>
            <a:r>
              <a:rPr lang="en-US" dirty="0"/>
              <a:t>Practice your body language with it: how will you give the speech differently sitting down vs. while walking down a hall? How will it be different over the phone vs. in person? </a:t>
            </a:r>
          </a:p>
          <a:p>
            <a:pPr marL="380990" indent="-380990">
              <a:buFont typeface="Arial" panose="020B0604020202020204" pitchFamily="34" charset="0"/>
              <a:buChar char="•"/>
            </a:pPr>
            <a:r>
              <a:rPr lang="en-US" dirty="0"/>
              <a:t>Record your practice</a:t>
            </a:r>
          </a:p>
        </p:txBody>
      </p:sp>
    </p:spTree>
    <p:custDataLst>
      <p:tags r:id="rId1"/>
    </p:custDataLst>
    <p:extLst>
      <p:ext uri="{BB962C8B-B14F-4D97-AF65-F5344CB8AC3E}">
        <p14:creationId xmlns:p14="http://schemas.microsoft.com/office/powerpoint/2010/main" val="3891520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Tips for Making Your Elevator Speech Successful</a:t>
            </a:r>
            <a:endParaRPr lang="en-US" dirty="0"/>
          </a:p>
        </p:txBody>
      </p:sp>
      <p:sp>
        <p:nvSpPr>
          <p:cNvPr id="3" name="Content Placeholder 2"/>
          <p:cNvSpPr>
            <a:spLocks noGrp="1"/>
          </p:cNvSpPr>
          <p:nvPr>
            <p:ph idx="1"/>
          </p:nvPr>
        </p:nvSpPr>
        <p:spPr/>
        <p:txBody>
          <a:bodyPr>
            <a:normAutofit fontScale="70000" lnSpcReduction="20000"/>
          </a:bodyPr>
          <a:lstStyle/>
          <a:p>
            <a:pPr lvl="0"/>
            <a:r>
              <a:rPr lang="en-US" b="1" u="sng" dirty="0"/>
              <a:t>Focus on impact </a:t>
            </a:r>
            <a:r>
              <a:rPr lang="en-US" b="1" dirty="0"/>
              <a:t>- </a:t>
            </a:r>
            <a:r>
              <a:rPr lang="en-US" dirty="0"/>
              <a:t>Describe the impact you've had and can continue to have. This is much more compelling than talking about your number of years of experience. </a:t>
            </a:r>
          </a:p>
          <a:p>
            <a:pPr lvl="0"/>
            <a:r>
              <a:rPr lang="en-US" b="1" u="sng" dirty="0"/>
              <a:t>Share your successes </a:t>
            </a:r>
            <a:r>
              <a:rPr lang="en-US" b="1" dirty="0"/>
              <a:t>- </a:t>
            </a:r>
            <a:r>
              <a:rPr lang="en-US" dirty="0"/>
              <a:t>Elevator speeches are all about "I". You've got to get comfortable with bragging about your own individual contributions and successes (in a graceful way). </a:t>
            </a:r>
          </a:p>
          <a:p>
            <a:pPr lvl="0"/>
            <a:r>
              <a:rPr lang="en-US" b="1" u="sng" dirty="0"/>
              <a:t>Be slow and steady </a:t>
            </a:r>
            <a:r>
              <a:rPr lang="en-US" b="1" dirty="0"/>
              <a:t>- </a:t>
            </a:r>
            <a:r>
              <a:rPr lang="en-US" dirty="0"/>
              <a:t>Whether out of nervousness or a desire to cram in a lot of information, people giving elevator speeches tend to talk at breakneck pace — which is extremely off-putting to potential employers. </a:t>
            </a:r>
          </a:p>
          <a:p>
            <a:pPr lvl="0"/>
            <a:r>
              <a:rPr lang="en-US" dirty="0"/>
              <a:t>Speak at a pace that shows you are calm and confident. </a:t>
            </a:r>
          </a:p>
          <a:p>
            <a:pPr lvl="0"/>
            <a:r>
              <a:rPr lang="en-US" dirty="0"/>
              <a:t>You want them to think of you as thoughtful and deliberate. </a:t>
            </a:r>
            <a:r>
              <a:rPr lang="en-US" b="1" dirty="0"/>
              <a:t> </a:t>
            </a:r>
            <a:endParaRPr lang="en-US" dirty="0"/>
          </a:p>
          <a:p>
            <a:pPr lvl="0"/>
            <a:r>
              <a:rPr lang="en-US" b="1" u="sng" dirty="0"/>
              <a:t>See the whole world as an elevator </a:t>
            </a:r>
            <a:r>
              <a:rPr lang="en-US" b="1" dirty="0"/>
              <a:t>- </a:t>
            </a:r>
            <a:r>
              <a:rPr lang="en-US" dirty="0"/>
              <a:t>Too many people looking for jobs save their elevator speeches for job fairs and interviews. You never know where the next job is coming from.</a:t>
            </a:r>
          </a:p>
          <a:p>
            <a:pPr lvl="0"/>
            <a:r>
              <a:rPr lang="en-US" dirty="0"/>
              <a:t>Remember the first rule of sales: ABC (Always Be Closing). </a:t>
            </a:r>
          </a:p>
          <a:p>
            <a:pPr lvl="0"/>
            <a:r>
              <a:rPr lang="en-US" b="1" u="sng" dirty="0"/>
              <a:t>Give your elevator speech to everyone </a:t>
            </a:r>
            <a:r>
              <a:rPr lang="en-US" dirty="0"/>
              <a:t>— at family gatherings, in the waiting room of the dentist, at organization networking events. </a:t>
            </a:r>
          </a:p>
          <a:p>
            <a:endParaRPr lang="en-US" dirty="0"/>
          </a:p>
        </p:txBody>
      </p:sp>
    </p:spTree>
    <p:custDataLst>
      <p:tags r:id="rId1"/>
    </p:custDataLst>
    <p:extLst>
      <p:ext uri="{BB962C8B-B14F-4D97-AF65-F5344CB8AC3E}">
        <p14:creationId xmlns:p14="http://schemas.microsoft.com/office/powerpoint/2010/main" val="2248870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dirty="0"/>
              <a:t>Additional material</a:t>
            </a:r>
          </a:p>
        </p:txBody>
      </p:sp>
      <p:sp>
        <p:nvSpPr>
          <p:cNvPr id="4" name="Slide Number Placeholder 3"/>
          <p:cNvSpPr>
            <a:spLocks noGrp="1"/>
          </p:cNvSpPr>
          <p:nvPr>
            <p:ph type="sldNum" sz="quarter" idx="4294967295"/>
          </p:nvPr>
        </p:nvSpPr>
        <p:spPr>
          <a:xfrm>
            <a:off x="9347200" y="6432550"/>
            <a:ext cx="2844800" cy="365125"/>
          </a:xfrm>
        </p:spPr>
        <p:txBody>
          <a:bodyPr/>
          <a:lstStyle/>
          <a:p>
            <a:fld id="{D8DDDAD1-1F1D-4563-939E-DA64A428BE79}" type="slidenum">
              <a:rPr lang="en-US" smtClean="0">
                <a:solidFill>
                  <a:prstClr val="black">
                    <a:tint val="75000"/>
                  </a:prstClr>
                </a:solidFill>
              </a:rPr>
              <a:pPr/>
              <a:t>19</a:t>
            </a:fld>
            <a:endParaRPr lang="en-US" dirty="0">
              <a:solidFill>
                <a:prstClr val="black">
                  <a:tint val="75000"/>
                </a:prstClr>
              </a:solidFill>
            </a:endParaRPr>
          </a:p>
        </p:txBody>
      </p:sp>
    </p:spTree>
    <p:extLst>
      <p:ext uri="{BB962C8B-B14F-4D97-AF65-F5344CB8AC3E}">
        <p14:creationId xmlns:p14="http://schemas.microsoft.com/office/powerpoint/2010/main" val="1109791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4" cstate="screen">
            <a:extLst>
              <a:ext uri="{28A0092B-C50C-407E-A947-70E740481C1C}">
                <a14:useLocalDpi xmlns:a14="http://schemas.microsoft.com/office/drawing/2010/main"/>
              </a:ext>
            </a:extLst>
          </a:blip>
          <a:srcRect l="-1325"/>
          <a:stretch/>
        </p:blipFill>
        <p:spPr>
          <a:xfrm>
            <a:off x="1373572" y="1914816"/>
            <a:ext cx="9454421" cy="3035552"/>
          </a:xfrm>
          <a:prstGeom prst="rect">
            <a:avLst/>
          </a:prstGeom>
        </p:spPr>
      </p:pic>
    </p:spTree>
    <p:custDataLst>
      <p:tags r:id="rId1"/>
    </p:custDataLst>
    <p:extLst>
      <p:ext uri="{BB962C8B-B14F-4D97-AF65-F5344CB8AC3E}">
        <p14:creationId xmlns:p14="http://schemas.microsoft.com/office/powerpoint/2010/main" val="9036301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FFISYNC_CONTAIN_GUIDS" val="TRUE"/>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OFFISYNC_SLIDE_GUID" val="aad47136-09bc-4bcc-828a-423de8af4edb"/>
</p:tagLst>
</file>

<file path=ppt/tags/tag4.xml><?xml version="1.0" encoding="utf-8"?>
<p:tagLst xmlns:a="http://schemas.openxmlformats.org/drawingml/2006/main" xmlns:r="http://schemas.openxmlformats.org/officeDocument/2006/relationships" xmlns:p="http://schemas.openxmlformats.org/presentationml/2006/main">
  <p:tag name="OFFISYNC_SLIDE_GUID" val="4bce33c5-9814-4525-96b3-ea24d3555fb9"/>
</p:tagLst>
</file>

<file path=ppt/tags/tag5.xml><?xml version="1.0" encoding="utf-8"?>
<p:tagLst xmlns:a="http://schemas.openxmlformats.org/drawingml/2006/main" xmlns:r="http://schemas.openxmlformats.org/officeDocument/2006/relationships" xmlns:p="http://schemas.openxmlformats.org/presentationml/2006/main">
  <p:tag name="OFFISYNC_SLIDE_GUID" val="e5e286a1-7896-419c-a8eb-cd4fe3ff820b"/>
</p:tagLst>
</file>

<file path=ppt/tags/tag6.xml><?xml version="1.0" encoding="utf-8"?>
<p:tagLst xmlns:a="http://schemas.openxmlformats.org/drawingml/2006/main" xmlns:r="http://schemas.openxmlformats.org/officeDocument/2006/relationships" xmlns:p="http://schemas.openxmlformats.org/presentationml/2006/main">
  <p:tag name="OFFISYNC_SLIDE_GUID" val="a2b87b48-78e1-4f07-a2d9-e0ba3f171885"/>
</p:tagLst>
</file>

<file path=ppt/tags/tag7.xml><?xml version="1.0" encoding="utf-8"?>
<p:tagLst xmlns:a="http://schemas.openxmlformats.org/drawingml/2006/main" xmlns:r="http://schemas.openxmlformats.org/officeDocument/2006/relationships" xmlns:p="http://schemas.openxmlformats.org/presentationml/2006/main">
  <p:tag name="OFFISYNC_SLIDE_GUID" val="200d9b23-c261-4b49-b51f-0afa0b32aa0d"/>
</p:tagLst>
</file>

<file path=ppt/tags/tag8.xml><?xml version="1.0" encoding="utf-8"?>
<p:tagLst xmlns:a="http://schemas.openxmlformats.org/drawingml/2006/main" xmlns:r="http://schemas.openxmlformats.org/officeDocument/2006/relationships" xmlns:p="http://schemas.openxmlformats.org/presentationml/2006/main">
  <p:tag name="OFFISYNC_SLIDE_GUID" val="0c7ff93a-d494-4720-aa96-3b1af2cb5a9f"/>
</p:tagLst>
</file>

<file path=ppt/tags/tag9.xml><?xml version="1.0" encoding="utf-8"?>
<p:tagLst xmlns:a="http://schemas.openxmlformats.org/drawingml/2006/main" xmlns:r="http://schemas.openxmlformats.org/officeDocument/2006/relationships" xmlns:p="http://schemas.openxmlformats.org/presentationml/2006/main">
  <p:tag name="OFFISYNC_SLIDE_GUID" val="eafb4556-eae4-4c03-ab63-4a3d07ae8dbf"/>
</p:tagLst>
</file>

<file path=ppt/tags/tag10.xml><?xml version="1.0" encoding="utf-8"?>
<p:tagLst xmlns:a="http://schemas.openxmlformats.org/drawingml/2006/main" xmlns:r="http://schemas.openxmlformats.org/officeDocument/2006/relationships" xmlns:p="http://schemas.openxmlformats.org/presentationml/2006/main">
  <p:tag name="OFFISYNC_SLIDE_GUID" val="ef20b511-9285-456c-afac-71a3bda31736"/>
</p:tagLst>
</file>

<file path=ppt/tags/tag11.xml><?xml version="1.0" encoding="utf-8"?>
<p:tagLst xmlns:a="http://schemas.openxmlformats.org/drawingml/2006/main" xmlns:r="http://schemas.openxmlformats.org/officeDocument/2006/relationships" xmlns:p="http://schemas.openxmlformats.org/presentationml/2006/main">
  <p:tag name="OFFISYNC_SLIDE_GUID" val="aad47136-09bc-4bcc-828a-423de8af4edb"/>
</p:tagLst>
</file>

<file path=ppt/tags/tag12.xml><?xml version="1.0" encoding="utf-8"?>
<p:tagLst xmlns:a="http://schemas.openxmlformats.org/drawingml/2006/main" xmlns:r="http://schemas.openxmlformats.org/officeDocument/2006/relationships" xmlns:p="http://schemas.openxmlformats.org/presentationml/2006/main">
  <p:tag name="OFFISYNC_SLIDE_GUID" val="964e5c25-3b79-4e83-96a8-54f89e541986"/>
</p:tagLst>
</file>

<file path=ppt/tags/tag13.xml><?xml version="1.0" encoding="utf-8"?>
<p:tagLst xmlns:a="http://schemas.openxmlformats.org/drawingml/2006/main" xmlns:r="http://schemas.openxmlformats.org/officeDocument/2006/relationships" xmlns:p="http://schemas.openxmlformats.org/presentationml/2006/main">
  <p:tag name="OFFISYNC_SLIDE_GUID" val="bcb355e9-bef0-449f-9d67-901ee15d89e4"/>
</p:tagLst>
</file>

<file path=ppt/tags/tag14.xml><?xml version="1.0" encoding="utf-8"?>
<p:tagLst xmlns:a="http://schemas.openxmlformats.org/drawingml/2006/main" xmlns:r="http://schemas.openxmlformats.org/officeDocument/2006/relationships" xmlns:p="http://schemas.openxmlformats.org/presentationml/2006/main">
  <p:tag name="OFFISYNC_SLIDE_GUID" val="ab249a17-f693-4dfd-aceb-8afbec372a25"/>
</p:tagLst>
</file>

<file path=ppt/tags/tag15.xml><?xml version="1.0" encoding="utf-8"?>
<p:tagLst xmlns:a="http://schemas.openxmlformats.org/drawingml/2006/main" xmlns:r="http://schemas.openxmlformats.org/officeDocument/2006/relationships" xmlns:p="http://schemas.openxmlformats.org/presentationml/2006/main">
  <p:tag name="OFFISYNC_SLIDE_GUID" val="608d3551-b290-496b-96f1-462a2bfdeded"/>
</p:tagLst>
</file>

<file path=ppt/tags/tag16.xml><?xml version="1.0" encoding="utf-8"?>
<p:tagLst xmlns:a="http://schemas.openxmlformats.org/drawingml/2006/main" xmlns:r="http://schemas.openxmlformats.org/officeDocument/2006/relationships" xmlns:p="http://schemas.openxmlformats.org/presentationml/2006/main">
  <p:tag name="OFFISYNC_SLIDE_GUID" val="4a39dd90-18de-497f-8937-7c0460cc7e40"/>
</p:tagLst>
</file>

<file path=ppt/tags/tag17.xml><?xml version="1.0" encoding="utf-8"?>
<p:tagLst xmlns:a="http://schemas.openxmlformats.org/drawingml/2006/main" xmlns:r="http://schemas.openxmlformats.org/officeDocument/2006/relationships" xmlns:p="http://schemas.openxmlformats.org/presentationml/2006/main">
  <p:tag name="OFFISYNC_SLIDE_GUID" val="6e685483-de22-4abc-933c-e045a886dc2c"/>
</p:tagLst>
</file>

<file path=ppt/tags/tag18.xml><?xml version="1.0" encoding="utf-8"?>
<p:tagLst xmlns:a="http://schemas.openxmlformats.org/drawingml/2006/main" xmlns:r="http://schemas.openxmlformats.org/officeDocument/2006/relationships" xmlns:p="http://schemas.openxmlformats.org/presentationml/2006/main">
  <p:tag name="OFFISYNC_SLIDE_GUID" val="c466a444-6bcc-4b0d-8050-6ac4918d275f"/>
</p:tagLst>
</file>

<file path=ppt/theme/theme1.xml><?xml version="1.0" encoding="utf-8"?>
<a:theme xmlns:a="http://schemas.openxmlformats.org/drawingml/2006/main" name="2_Int_PPT Template_ClearPro_16x9">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vert="horz" wrap="square" lIns="0" tIns="0" rIns="0" bIns="0" rtlCol="0">
        <a:noAutofit/>
      </a:bodyPr>
      <a:lstStyle>
        <a:defPPr>
          <a:defRPr sz="1100" dirty="0" smtClean="0">
            <a:solidFill>
              <a:srgbClr val="003C71"/>
            </a:solidFill>
          </a:defRPr>
        </a:defPPr>
      </a:lstStyle>
    </a:txDef>
  </a:objectDefaults>
  <a:extraClrSchemeLst/>
</a:theme>
</file>

<file path=ppt/theme/theme2.xml><?xml version="1.0" encoding="utf-8"?>
<a:theme xmlns:a="http://schemas.openxmlformats.org/drawingml/2006/main" name="Int_PPT Template_ClearPro_16x9">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vert="horz" wrap="square" lIns="0" tIns="0" rIns="0" bIns="0" rtlCol="0">
        <a:noAutofit/>
      </a:bodyPr>
      <a:lstStyle>
        <a:defPPr>
          <a:defRPr sz="1100" dirty="0" smtClean="0">
            <a:solidFill>
              <a:srgbClr val="003C71"/>
            </a:solidFill>
          </a:defRPr>
        </a:defPPr>
      </a:lstStyle>
    </a:txDef>
  </a:objectDefaults>
  <a:extraClrSchemeLst/>
</a:theme>
</file>

<file path=ppt/theme/theme3.xml><?xml version="1.0" encoding="utf-8"?>
<a:theme xmlns:a="http://schemas.openxmlformats.org/drawingml/2006/main" name="8_Int_PPT Template_ClearPro_16x9">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vert="horz" wrap="square" lIns="0" tIns="0" rIns="0" bIns="0" rtlCol="0">
        <a:noAutofit/>
      </a:bodyPr>
      <a:lstStyle>
        <a:defPPr>
          <a:defRPr sz="1100" dirty="0" smtClean="0">
            <a:solidFill>
              <a:srgbClr val="003C71"/>
            </a:solidFill>
          </a:defRPr>
        </a:defPPr>
      </a:lstStyle>
    </a:txDef>
  </a:objectDefaults>
  <a:extraClrSchemeLst/>
</a:theme>
</file>

<file path=ppt/theme/theme4.xml><?xml version="1.0" encoding="utf-8"?>
<a:theme xmlns:a="http://schemas.openxmlformats.org/drawingml/2006/main" name="1_Int_PPT Template_ClearPro_16x9">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vert="horz" wrap="square" lIns="0" tIns="0" rIns="0" bIns="0" rtlCol="0">
        <a:noAutofit/>
      </a:bodyPr>
      <a:lstStyle>
        <a:defPPr>
          <a:defRPr sz="1100" dirty="0" smtClean="0">
            <a:solidFill>
              <a:srgbClr val="003C71"/>
            </a:solidFill>
          </a:defRPr>
        </a:defPPr>
      </a:lstStyle>
    </a:txDef>
  </a:objectDefaults>
  <a:extraClrSchemeLst/>
</a:theme>
</file>

<file path=ppt/theme/theme5.xml><?xml version="1.0" encoding="utf-8"?>
<a:theme xmlns:a="http://schemas.openxmlformats.org/drawingml/2006/main" name="3_Int_PPT Template_ClearPro_16x9">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vert="horz" wrap="square" lIns="0" tIns="0" rIns="0" bIns="0" rtlCol="0">
        <a:noAutofit/>
      </a:bodyPr>
      <a:lstStyle>
        <a:defPPr>
          <a:defRPr sz="1100" dirty="0" smtClean="0">
            <a:solidFill>
              <a:srgbClr val="003C71"/>
            </a:solidFill>
          </a:defRPr>
        </a:defPPr>
      </a:lstStyle>
    </a:tx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9080</TotalTime>
  <Words>1880</Words>
  <Application>Microsoft Office PowerPoint</Application>
  <PresentationFormat>Widescreen</PresentationFormat>
  <Paragraphs>213</Paragraphs>
  <Slides>20</Slides>
  <Notes>13</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20</vt:i4>
      </vt:variant>
    </vt:vector>
  </HeadingPairs>
  <TitlesOfParts>
    <vt:vector size="31" baseType="lpstr">
      <vt:lpstr>Arial</vt:lpstr>
      <vt:lpstr>Calibri</vt:lpstr>
      <vt:lpstr>Intel Clear</vt:lpstr>
      <vt:lpstr>Intel Clear Pro</vt:lpstr>
      <vt:lpstr>IntelOne Display Regular</vt:lpstr>
      <vt:lpstr>Wingdings</vt:lpstr>
      <vt:lpstr>2_Int_PPT Template_ClearPro_16x9</vt:lpstr>
      <vt:lpstr>Int_PPT Template_ClearPro_16x9</vt:lpstr>
      <vt:lpstr>8_Int_PPT Template_ClearPro_16x9</vt:lpstr>
      <vt:lpstr>1_Int_PPT Template_ClearPro_16x9</vt:lpstr>
      <vt:lpstr>3_Int_PPT Template_ClearPro_16x9</vt:lpstr>
      <vt:lpstr>JumpStart your job search</vt:lpstr>
      <vt:lpstr>Let’s Get Started</vt:lpstr>
      <vt:lpstr>Course Commitments</vt:lpstr>
      <vt:lpstr>PERSONAL BRANDING</vt:lpstr>
      <vt:lpstr>Oprah Winfrey</vt:lpstr>
      <vt:lpstr>What do people think of when they think of you?</vt:lpstr>
      <vt:lpstr>What is personal branding?</vt:lpstr>
      <vt:lpstr>Work worth doing </vt:lpstr>
      <vt:lpstr>Evaluate yourself - Questions to answer</vt:lpstr>
      <vt:lpstr>Flatter Yourself / Be Real With Yourself – Exercise  Take a piece of paper and draw a line down the middle. Take 5 minutes and write all the things that you are great out on the left side of the page. Don’t hold back. Really flatter yourself with all your strengths. Then, take another 5 minutes and write down all the things that you struggle with or don’t like doing. Be honest with yourself. </vt:lpstr>
      <vt:lpstr>Other Tools to help</vt:lpstr>
      <vt:lpstr>PERSONAL VALUE Proposition</vt:lpstr>
      <vt:lpstr>Personal Value Proposition or Elevator Pitch   </vt:lpstr>
      <vt:lpstr>15-Minute Elevator Pitch</vt:lpstr>
      <vt:lpstr>Crafting your PVP (Elevator Pitch) </vt:lpstr>
      <vt:lpstr>Elevator Pitch - Dos &amp; Don’ts</vt:lpstr>
      <vt:lpstr>Tips for Making Your Elevator Speech Successful </vt:lpstr>
      <vt:lpstr>Tips for Making Your Elevator Speech Successful</vt:lpstr>
      <vt:lpstr>Additional material</vt:lpstr>
      <vt:lpstr>PowerPoint Presentation</vt:lpstr>
    </vt:vector>
  </TitlesOfParts>
  <Company>Intel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Trueman, Jessica R</dc:creator>
  <cp:keywords>CTPClassification=CTP_NT</cp:keywords>
  <cp:lastModifiedBy>Trueman, Jessica R</cp:lastModifiedBy>
  <cp:revision>87</cp:revision>
  <dcterms:created xsi:type="dcterms:W3CDTF">2018-10-16T18:12:28Z</dcterms:created>
  <dcterms:modified xsi:type="dcterms:W3CDTF">2022-12-16T17:43:28Z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aac23a5d-5040-4c9d-9b15-d025dd733212</vt:lpwstr>
  </property>
  <property fmtid="{D5CDD505-2E9C-101B-9397-08002B2CF9AE}" pid="3" name="CTP_TimeStamp">
    <vt:lpwstr>2019-03-06 17:59:38Z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Offisync_ServerID">
    <vt:lpwstr>d001a694-7c66-4352-b53b-895ffdce369f</vt:lpwstr>
  </property>
  <property fmtid="{D5CDD505-2E9C-101B-9397-08002B2CF9AE}" pid="9" name="Offisync_ProviderInitializationData">
    <vt:lpwstr>https://soco.intel.com/</vt:lpwstr>
  </property>
  <property fmtid="{D5CDD505-2E9C-101B-9397-08002B2CF9AE}" pid="10" name="Offisync_UpdateToken">
    <vt:lpwstr>1</vt:lpwstr>
  </property>
  <property fmtid="{D5CDD505-2E9C-101B-9397-08002B2CF9AE}" pid="11" name="Jive_PrevVersionNumber">
    <vt:lpwstr>-1</vt:lpwstr>
  </property>
  <property fmtid="{D5CDD505-2E9C-101B-9397-08002B2CF9AE}" pid="12" name="Jive_LatestUserAccountName">
    <vt:lpwstr>jrtruema</vt:lpwstr>
  </property>
  <property fmtid="{D5CDD505-2E9C-101B-9397-08002B2CF9AE}" pid="13" name="Jive_LatestFileFullName">
    <vt:lpwstr>44b18ed56d4f0186de127d39520b7024</vt:lpwstr>
  </property>
  <property fmtid="{D5CDD505-2E9C-101B-9397-08002B2CF9AE}" pid="14" name="Jive_ModifiedButNotPublished">
    <vt:lpwstr>True</vt:lpwstr>
  </property>
  <property fmtid="{D5CDD505-2E9C-101B-9397-08002B2CF9AE}" pid="15" name="Offisync_UniqueId">
    <vt:lpwstr>2551367</vt:lpwstr>
  </property>
</Properties>
</file>